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1" r:id="rId3"/>
    <p:sldId id="286" r:id="rId4"/>
    <p:sldId id="285" r:id="rId5"/>
    <p:sldId id="284" r:id="rId6"/>
    <p:sldId id="265" r:id="rId7"/>
    <p:sldId id="260" r:id="rId8"/>
    <p:sldId id="283" r:id="rId9"/>
    <p:sldId id="271" r:id="rId10"/>
    <p:sldId id="277" r:id="rId11"/>
    <p:sldId id="278" r:id="rId12"/>
    <p:sldId id="279" r:id="rId13"/>
    <p:sldId id="282" r:id="rId1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07" autoAdjust="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389-4116-BE49-3E1B5920BDBF}"/>
              </c:ext>
            </c:extLst>
          </c:dPt>
          <c:dPt>
            <c:idx val="1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389-4116-BE49-3E1B5920BDB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7389-4116-BE49-3E1B5920BDBF}"/>
              </c:ext>
            </c:extLst>
          </c:dPt>
          <c:dPt>
            <c:idx val="3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7389-4116-BE49-3E1B5920BDBF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7389-4116-BE49-3E1B5920BDBF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Vendas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Parte 1</c:v>
                      </c:pt>
                      <c:pt idx="1">
                        <c:v>Parte 2</c:v>
                      </c:pt>
                      <c:pt idx="2">
                        <c:v>Parte 3</c:v>
                      </c:pt>
                      <c:pt idx="3">
                        <c:v>Parte 4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1"/>
        <c:holeSize val="11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122C569-6EB6-459D-8579-0E626941A46A}" type="datetime1">
              <a:rPr lang="pt-BR" smtClean="0"/>
              <a:t>30/04/2026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9700E-B55C-4CE1-984C-D3908AD760AD}" type="datetime1">
              <a:rPr lang="pt-BR" smtClean="0"/>
              <a:pPr/>
              <a:t>30/04/2026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8649DAF-093F-4482-AA38-346E9A2DE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649DAF-093F-4482-AA38-346E9A2DEE9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839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649DAF-093F-4482-AA38-346E9A2DEE94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7365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649DAF-093F-4482-AA38-346E9A2DEE94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3596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649DAF-093F-4482-AA38-346E9A2DEE94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8105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649DAF-093F-4482-AA38-346E9A2DEE94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8181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649DAF-093F-4482-AA38-346E9A2DEE94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0634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80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ço Reservado para Imagem 31">
            <a:extLst>
              <a:ext uri="{FF2B5EF4-FFF2-40B4-BE49-F238E27FC236}">
                <a16:creationId xmlns:a16="http://schemas.microsoft.com/office/drawing/2014/main" xmlns="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 rtlCol="0"/>
          <a:lstStyle>
            <a:lvl1pPr marL="0" indent="0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/>
              <a:t>Inserir ou arrastar e soltar a imagem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684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rtlCol="0" anchor="b"/>
          <a:lstStyle>
            <a:lvl1pPr algn="l">
              <a:defRPr sz="42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153578"/>
            <a:ext cx="6840000" cy="936000"/>
          </a:xfrm>
          <a:solidFill>
            <a:schemeClr val="tx1">
              <a:alpha val="90000"/>
            </a:schemeClr>
          </a:solidFill>
        </p:spPr>
        <p:txBody>
          <a:bodyPr lIns="432000" tIns="144000" rtlCol="0"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4683AF15-88E9-4D75-9D5E-7E4924887E91}"/>
              </a:ext>
            </a:extLst>
          </p:cNvPr>
          <p:cNvSpPr/>
          <p:nvPr userDrawn="1"/>
        </p:nvSpPr>
        <p:spPr>
          <a:xfrm rot="5400000">
            <a:off x="-3385643" y="3385642"/>
            <a:ext cx="6858001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D3B18E46-480F-48E8-9675-259D3D06A00D}"/>
              </a:ext>
            </a:extLst>
          </p:cNvPr>
          <p:cNvSpPr/>
          <p:nvPr userDrawn="1"/>
        </p:nvSpPr>
        <p:spPr>
          <a:xfrm rot="5400000">
            <a:off x="8719643" y="3385643"/>
            <a:ext cx="6858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2" name="Espaço Reservado para Imagem 31">
            <a:extLst>
              <a:ext uri="{FF2B5EF4-FFF2-40B4-BE49-F238E27FC236}">
                <a16:creationId xmlns:a16="http://schemas.microsoft.com/office/drawing/2014/main" xmlns="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4" y="86714"/>
            <a:ext cx="6009285" cy="6684572"/>
          </a:xfr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/>
              <a:t>Inserir ou arrastar e soltar a imagem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86714"/>
            <a:ext cx="6009287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rtlCol="0" anchor="b"/>
          <a:lstStyle>
            <a:lvl1pPr algn="r">
              <a:defRPr sz="42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</a:t>
            </a:r>
            <a:br>
              <a:rPr lang="pt-BR"/>
            </a:br>
            <a:r>
              <a:rPr lang="pt-BR"/>
              <a:t>Estilo do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152672"/>
            <a:ext cx="6009287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 rtlCol="0"/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xmlns="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6" name="Caixa de texto 5">
            <a:extLst>
              <a:ext uri="{FF2B5EF4-FFF2-40B4-BE49-F238E27FC236}">
                <a16:creationId xmlns:a16="http://schemas.microsoft.com/office/drawing/2014/main" xmlns="" id="{6989E631-FFE0-4842-9C8D-2977AD46DA07}"/>
              </a:ext>
            </a:extLst>
          </p:cNvPr>
          <p:cNvSpPr txBox="1"/>
          <p:nvPr userDrawn="1"/>
        </p:nvSpPr>
        <p:spPr>
          <a:xfrm>
            <a:off x="5861957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rtl="0"/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Gran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000" y="3517901"/>
            <a:ext cx="6012000" cy="1409700"/>
          </a:xfrm>
          <a:solidFill>
            <a:schemeClr val="tx1"/>
          </a:solidFill>
        </p:spPr>
        <p:txBody>
          <a:bodyPr lIns="288000" rIns="432000" bIns="144000" rtlCol="0" anchor="b"/>
          <a:lstStyle>
            <a:lvl1pPr algn="r">
              <a:defRPr sz="42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</a:t>
            </a:r>
            <a:br>
              <a:rPr lang="pt-BR"/>
            </a:br>
            <a:r>
              <a:rPr lang="pt-BR"/>
              <a:t>Estilo do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000" y="4927600"/>
            <a:ext cx="6012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 rtlCol="0"/>
          <a:lstStyle>
            <a:lvl1pPr marL="0" indent="0" algn="r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xmlns="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6" name="Caixa de texto 5">
            <a:extLst>
              <a:ext uri="{FF2B5EF4-FFF2-40B4-BE49-F238E27FC236}">
                <a16:creationId xmlns:a16="http://schemas.microsoft.com/office/drawing/2014/main" xmlns="" id="{6989E631-FFE0-4842-9C8D-2977AD46DA07}"/>
              </a:ext>
            </a:extLst>
          </p:cNvPr>
          <p:cNvSpPr txBox="1"/>
          <p:nvPr userDrawn="1"/>
        </p:nvSpPr>
        <p:spPr>
          <a:xfrm>
            <a:off x="5861957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rtl="0"/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Espaço Reservado para Imagem 31">
            <a:extLst>
              <a:ext uri="{FF2B5EF4-FFF2-40B4-BE49-F238E27FC236}">
                <a16:creationId xmlns:a16="http://schemas.microsoft.com/office/drawing/2014/main" xmlns="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000" y="86714"/>
            <a:ext cx="6009285" cy="3431187"/>
          </a:xfrm>
          <a:solidFill>
            <a:srgbClr val="333333"/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/>
              <a:t>Inserir ou arrastar e soltar a imagem aqui</a:t>
            </a:r>
            <a:endParaRPr lang="pt-BR" dirty="0"/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xmlns="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64300" y="1152000"/>
            <a:ext cx="5307700" cy="4680000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11340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xmlns="" id="{5F6D6B0F-FF8B-4D60-B712-A57904D5502C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xmlns="" id="{FFF5FB50-33B5-4195-92D6-70891F240926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xmlns="" id="{EECD958F-56E9-4A3B-9C25-D5970592C848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xmlns="" id="{72F4FF18-9272-43AF-912E-B1CF8BF148D4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xmlns="" id="{AE9C7EB4-9E81-4394-8C2C-A54BBD15B51D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xmlns="" id="{FE681EC0-A139-4B14-89E8-F237CB63D4C9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xmlns="" id="{87F87648-ABB4-4C97-BB6D-58342407E9DF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xmlns="" id="{0802EFEB-F4DF-4501-91AA-173B60EBBBAA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xmlns="" id="{109FE51D-8E02-4ED7-862B-5CF838F7F77F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xmlns="" id="{4ECB9E40-5923-4571-9C8E-D7412C1283B2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xmlns="" id="{E46052C9-826B-47AC-9F6B-3078D4F43748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xmlns="" id="{0C3867F5-4C6F-48BE-9DFF-9046D1FE6771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xmlns="" id="{7B0CB40F-9E6F-457D-9C1F-9769BC3AE13E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xmlns="" id="{0FCD03E7-2128-4C04-A914-409506646A76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152000"/>
            <a:ext cx="5472000" cy="504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xmlns="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xmlns="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152525"/>
            <a:ext cx="5472113" cy="5038725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360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152000"/>
            <a:ext cx="3600450" cy="5038725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xmlns="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152000"/>
            <a:ext cx="3600450" cy="5038725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216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152525"/>
            <a:ext cx="2160588" cy="5038725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152525"/>
            <a:ext cx="2160588" cy="5038725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xmlns="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148060"/>
            <a:ext cx="2160588" cy="5038725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xmlns="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152525"/>
            <a:ext cx="2160588" cy="5038725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m dos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xmlns="" id="{2041BFF2-BC3B-3145-940D-004809E5A80A}"/>
              </a:ext>
            </a:extLst>
          </p:cNvPr>
          <p:cNvSpPr>
            <a:spLocks noChangeAspect="1"/>
          </p:cNvSpPr>
          <p:nvPr userDrawn="1"/>
        </p:nvSpPr>
        <p:spPr>
          <a:xfrm>
            <a:off x="5173006" y="1812634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A9906F5C-A183-DF45-AE48-C1D611CDC98D}"/>
              </a:ext>
            </a:extLst>
          </p:cNvPr>
          <p:cNvSpPr>
            <a:spLocks noChangeAspect="1"/>
          </p:cNvSpPr>
          <p:nvPr userDrawn="1"/>
        </p:nvSpPr>
        <p:spPr>
          <a:xfrm>
            <a:off x="7467474" y="1812634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4FB4A810-8614-AD44-B362-CE45C8C679CE}"/>
              </a:ext>
            </a:extLst>
          </p:cNvPr>
          <p:cNvSpPr>
            <a:spLocks noChangeAspect="1"/>
          </p:cNvSpPr>
          <p:nvPr userDrawn="1"/>
        </p:nvSpPr>
        <p:spPr>
          <a:xfrm>
            <a:off x="2881525" y="1812634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8489" y="4469998"/>
            <a:ext cx="2160588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Descrição do marcador</a:t>
            </a:r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2957" y="4469998"/>
            <a:ext cx="2160588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Descrição do marcador</a:t>
            </a: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xmlns="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54214" y="3708220"/>
            <a:ext cx="216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Marcador 1</a:t>
            </a:r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8490" y="3708221"/>
            <a:ext cx="2160587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Marcador 2</a:t>
            </a:r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xmlns="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42957" y="3708221"/>
            <a:ext cx="2160588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Marcador 3</a:t>
            </a:r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xmlns="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54508" y="4465236"/>
            <a:ext cx="216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Descrição do marcador</a:t>
            </a:r>
            <a:endParaRPr lang="pt-BR" dirty="0"/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xmlns="" id="{B0B1F8F6-73A5-F142-8A28-094DA998B5F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08868" y="2139977"/>
            <a:ext cx="854075" cy="8540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32" name="Espaço Reservado para Imagem 3">
            <a:extLst>
              <a:ext uri="{FF2B5EF4-FFF2-40B4-BE49-F238E27FC236}">
                <a16:creationId xmlns:a16="http://schemas.microsoft.com/office/drawing/2014/main" xmlns="" id="{F78A887E-89A6-244C-8AA4-484FE535876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502590" y="2139977"/>
            <a:ext cx="854075" cy="8540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33" name="Espaço Reservado para Imagem 3">
            <a:extLst>
              <a:ext uri="{FF2B5EF4-FFF2-40B4-BE49-F238E27FC236}">
                <a16:creationId xmlns:a16="http://schemas.microsoft.com/office/drawing/2014/main" xmlns="" id="{52B18661-99A8-214A-A089-09F11F1EB5C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796312" y="2139977"/>
            <a:ext cx="854075" cy="8540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80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Marcadores de imagem à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xmlns="" id="{019D3C0C-316D-A045-BC1B-D508718E47A9}"/>
              </a:ext>
            </a:extLst>
          </p:cNvPr>
          <p:cNvSpPr>
            <a:spLocks noChangeAspect="1"/>
          </p:cNvSpPr>
          <p:nvPr userDrawn="1"/>
        </p:nvSpPr>
        <p:spPr>
          <a:xfrm>
            <a:off x="3050592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56D90BAC-4672-454F-9B98-7A6F31D7B3F7}"/>
              </a:ext>
            </a:extLst>
          </p:cNvPr>
          <p:cNvSpPr>
            <a:spLocks noChangeAspect="1"/>
          </p:cNvSpPr>
          <p:nvPr userDrawn="1"/>
        </p:nvSpPr>
        <p:spPr>
          <a:xfrm>
            <a:off x="5345060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21146660-9CB0-D241-ACBC-5C0A9FC8AD1A}"/>
              </a:ext>
            </a:extLst>
          </p:cNvPr>
          <p:cNvSpPr>
            <a:spLocks noChangeAspect="1"/>
          </p:cNvSpPr>
          <p:nvPr userDrawn="1"/>
        </p:nvSpPr>
        <p:spPr>
          <a:xfrm>
            <a:off x="759111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7" name="Espaço Reservado para Imagem 3">
            <a:extLst>
              <a:ext uri="{FF2B5EF4-FFF2-40B4-BE49-F238E27FC236}">
                <a16:creationId xmlns:a16="http://schemas.microsoft.com/office/drawing/2014/main" xmlns="" id="{831AC394-0DDA-6F4A-B2D3-6D95CD86648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86454" y="2358091"/>
            <a:ext cx="854075" cy="8540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28" name="Espaço Reservado para Imagem 3">
            <a:extLst>
              <a:ext uri="{FF2B5EF4-FFF2-40B4-BE49-F238E27FC236}">
                <a16:creationId xmlns:a16="http://schemas.microsoft.com/office/drawing/2014/main" xmlns="" id="{B1A58D5B-A4BA-F446-90DA-1B6B207869A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0176" y="2358091"/>
            <a:ext cx="854075" cy="8540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29" name="Espaço Reservado para Imagem 3">
            <a:extLst>
              <a:ext uri="{FF2B5EF4-FFF2-40B4-BE49-F238E27FC236}">
                <a16:creationId xmlns:a16="http://schemas.microsoft.com/office/drawing/2014/main" xmlns="" id="{7912C149-C249-1940-AF83-360853E78C2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673898" y="2358091"/>
            <a:ext cx="854075" cy="8540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xmlns="" id="{D24854E3-04DE-4154-AD8A-9F8AC3E4EE33}"/>
              </a:ext>
            </a:extLst>
          </p:cNvPr>
          <p:cNvSpPr/>
          <p:nvPr userDrawn="1"/>
        </p:nvSpPr>
        <p:spPr>
          <a:xfrm>
            <a:off x="7632650" y="86714"/>
            <a:ext cx="4472635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xmlns="" id="{5BDD2BB3-B6A3-404C-846E-13E06B2F166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632650" y="86714"/>
            <a:ext cx="4472635" cy="6478538"/>
          </a:xfrm>
          <a:custGeom>
            <a:avLst/>
            <a:gdLst>
              <a:gd name="connsiteX0" fmla="*/ 376782 w 4559351"/>
              <a:gd name="connsiteY0" fmla="*/ 5927210 h 6604145"/>
              <a:gd name="connsiteX1" fmla="*/ 1519837 w 4559351"/>
              <a:gd name="connsiteY1" fmla="*/ 6224579 h 6604145"/>
              <a:gd name="connsiteX2" fmla="*/ 1067656 w 4559351"/>
              <a:gd name="connsiteY2" fmla="*/ 6604145 h 6604145"/>
              <a:gd name="connsiteX3" fmla="*/ 567431 w 4559351"/>
              <a:gd name="connsiteY3" fmla="*/ 6347235 h 6604145"/>
              <a:gd name="connsiteX4" fmla="*/ 3770030 w 4559351"/>
              <a:gd name="connsiteY4" fmla="*/ 4729122 h 6604145"/>
              <a:gd name="connsiteX5" fmla="*/ 3830234 w 4559351"/>
              <a:gd name="connsiteY5" fmla="*/ 4893659 h 6604145"/>
              <a:gd name="connsiteX6" fmla="*/ 3125854 w 4559351"/>
              <a:gd name="connsiteY6" fmla="*/ 4949110 h 6604145"/>
              <a:gd name="connsiteX7" fmla="*/ 3170574 w 4559351"/>
              <a:gd name="connsiteY7" fmla="*/ 4030224 h 6604145"/>
              <a:gd name="connsiteX8" fmla="*/ 3437863 w 4559351"/>
              <a:gd name="connsiteY8" fmla="*/ 4760691 h 6604145"/>
              <a:gd name="connsiteX9" fmla="*/ 2793688 w 4559351"/>
              <a:gd name="connsiteY9" fmla="*/ 4980680 h 6604145"/>
              <a:gd name="connsiteX10" fmla="*/ 2501683 w 4559351"/>
              <a:gd name="connsiteY10" fmla="*/ 5003670 h 6604145"/>
              <a:gd name="connsiteX11" fmla="*/ 0 w 4559351"/>
              <a:gd name="connsiteY11" fmla="*/ 3396395 h 6604145"/>
              <a:gd name="connsiteX12" fmla="*/ 3032435 w 4559351"/>
              <a:gd name="connsiteY12" fmla="*/ 3966867 h 6604145"/>
              <a:gd name="connsiteX13" fmla="*/ 1101460 w 4559351"/>
              <a:gd name="connsiteY13" fmla="*/ 6039845 h 6604145"/>
              <a:gd name="connsiteX14" fmla="*/ 10881 w 4559351"/>
              <a:gd name="connsiteY14" fmla="*/ 5508230 h 6604145"/>
              <a:gd name="connsiteX15" fmla="*/ 0 w 4559351"/>
              <a:gd name="connsiteY15" fmla="*/ 5475113 h 6604145"/>
              <a:gd name="connsiteX16" fmla="*/ 0 w 4559351"/>
              <a:gd name="connsiteY16" fmla="*/ 2843941 h 6604145"/>
              <a:gd name="connsiteX17" fmla="*/ 1605508 w 4559351"/>
              <a:gd name="connsiteY17" fmla="*/ 3374908 h 6604145"/>
              <a:gd name="connsiteX18" fmla="*/ 1482045 w 4559351"/>
              <a:gd name="connsiteY18" fmla="*/ 3547687 h 6604145"/>
              <a:gd name="connsiteX19" fmla="*/ 0 w 4559351"/>
              <a:gd name="connsiteY19" fmla="*/ 3206607 h 6604145"/>
              <a:gd name="connsiteX20" fmla="*/ 0 w 4559351"/>
              <a:gd name="connsiteY20" fmla="*/ 0 h 6604145"/>
              <a:gd name="connsiteX21" fmla="*/ 4559351 w 4559351"/>
              <a:gd name="connsiteY21" fmla="*/ 0 h 6604145"/>
              <a:gd name="connsiteX22" fmla="*/ 4559351 w 4559351"/>
              <a:gd name="connsiteY22" fmla="*/ 4284646 h 6604145"/>
              <a:gd name="connsiteX23" fmla="*/ 0 w 4559351"/>
              <a:gd name="connsiteY23" fmla="*/ 2645102 h 6604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559351" h="6604145">
                <a:moveTo>
                  <a:pt x="376782" y="5927210"/>
                </a:moveTo>
                <a:lnTo>
                  <a:pt x="1519837" y="6224579"/>
                </a:lnTo>
                <a:lnTo>
                  <a:pt x="1067656" y="6604145"/>
                </a:lnTo>
                <a:lnTo>
                  <a:pt x="567431" y="6347235"/>
                </a:lnTo>
                <a:close/>
                <a:moveTo>
                  <a:pt x="3770030" y="4729122"/>
                </a:moveTo>
                <a:lnTo>
                  <a:pt x="3830234" y="4893659"/>
                </a:lnTo>
                <a:lnTo>
                  <a:pt x="3125854" y="4949110"/>
                </a:lnTo>
                <a:close/>
                <a:moveTo>
                  <a:pt x="3170574" y="4030224"/>
                </a:moveTo>
                <a:lnTo>
                  <a:pt x="3437863" y="4760691"/>
                </a:lnTo>
                <a:lnTo>
                  <a:pt x="2793688" y="4980680"/>
                </a:lnTo>
                <a:lnTo>
                  <a:pt x="2501683" y="5003670"/>
                </a:lnTo>
                <a:close/>
                <a:moveTo>
                  <a:pt x="0" y="3396395"/>
                </a:moveTo>
                <a:lnTo>
                  <a:pt x="3032435" y="3966867"/>
                </a:lnTo>
                <a:lnTo>
                  <a:pt x="1101460" y="6039845"/>
                </a:lnTo>
                <a:lnTo>
                  <a:pt x="10881" y="5508230"/>
                </a:lnTo>
                <a:lnTo>
                  <a:pt x="0" y="5475113"/>
                </a:lnTo>
                <a:close/>
                <a:moveTo>
                  <a:pt x="0" y="2843941"/>
                </a:moveTo>
                <a:lnTo>
                  <a:pt x="1605508" y="3374908"/>
                </a:lnTo>
                <a:lnTo>
                  <a:pt x="1482045" y="3547687"/>
                </a:lnTo>
                <a:lnTo>
                  <a:pt x="0" y="3206607"/>
                </a:lnTo>
                <a:close/>
                <a:moveTo>
                  <a:pt x="0" y="0"/>
                </a:moveTo>
                <a:lnTo>
                  <a:pt x="4559351" y="0"/>
                </a:lnTo>
                <a:lnTo>
                  <a:pt x="4559351" y="4284646"/>
                </a:lnTo>
                <a:lnTo>
                  <a:pt x="0" y="26451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Inserir ou arrastar e soltar a imagem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075" y="4688112"/>
            <a:ext cx="2160588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Descrição do marcador</a:t>
            </a:r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0543" y="4688112"/>
            <a:ext cx="2160588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Descrição do marcador</a:t>
            </a: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xmlns="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0" y="3926334"/>
            <a:ext cx="216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Marcador 1</a:t>
            </a:r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26076" y="3926335"/>
            <a:ext cx="2160587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Marcador 2</a:t>
            </a:r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xmlns="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0543" y="3926335"/>
            <a:ext cx="2160588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Marcador 3</a:t>
            </a:r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xmlns="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094" y="4683350"/>
            <a:ext cx="216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Descrição do marcador</a:t>
            </a:r>
            <a:endParaRPr lang="pt-BR" dirty="0"/>
          </a:p>
        </p:txBody>
      </p:sp>
      <p:sp>
        <p:nvSpPr>
          <p:cNvPr id="51" name="Octógono 50">
            <a:extLst>
              <a:ext uri="{FF2B5EF4-FFF2-40B4-BE49-F238E27FC236}">
                <a16:creationId xmlns:a16="http://schemas.microsoft.com/office/drawing/2014/main" xmlns="" id="{758B0359-60B9-4D73-825D-ACE303A61C50}"/>
              </a:ext>
            </a:extLst>
          </p:cNvPr>
          <p:cNvSpPr/>
          <p:nvPr userDrawn="1"/>
        </p:nvSpPr>
        <p:spPr>
          <a:xfrm rot="1361022">
            <a:off x="11394972" y="6053793"/>
            <a:ext cx="634795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09921541-DECE-43BB-BF92-A4B5D5EE5469}"/>
              </a:ext>
            </a:extLst>
          </p:cNvPr>
          <p:cNvSpPr/>
          <p:nvPr userDrawn="1"/>
        </p:nvSpPr>
        <p:spPr>
          <a:xfrm>
            <a:off x="11533871" y="6185902"/>
            <a:ext cx="73515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xmlns="" id="{83095B3B-1284-4E49-BE50-9C84BE7E58B6}"/>
              </a:ext>
            </a:extLst>
          </p:cNvPr>
          <p:cNvSpPr/>
          <p:nvPr userDrawn="1"/>
        </p:nvSpPr>
        <p:spPr>
          <a:xfrm>
            <a:off x="11892084" y="6561525"/>
            <a:ext cx="10043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xmlns="" id="{7491DD10-64CD-40CA-A0BB-397696C0C168}"/>
              </a:ext>
            </a:extLst>
          </p:cNvPr>
          <p:cNvSpPr/>
          <p:nvPr userDrawn="1"/>
        </p:nvSpPr>
        <p:spPr>
          <a:xfrm>
            <a:off x="11342875" y="5990144"/>
            <a:ext cx="260512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55" name="Espaço Reservado para o Número do Slide 54">
            <a:extLst>
              <a:ext uri="{FF2B5EF4-FFF2-40B4-BE49-F238E27FC236}">
                <a16:creationId xmlns:a16="http://schemas.microsoft.com/office/drawing/2014/main" xmlns="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313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Marcadores de Imagem à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xmlns="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7065918" y="1366589"/>
            <a:ext cx="13716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xmlns="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7065918" y="2931225"/>
            <a:ext cx="13716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xmlns="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7065918" y="4495861"/>
            <a:ext cx="13716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xmlns="" id="{D24854E3-04DE-4154-AD8A-9F8AC3E4EE33}"/>
              </a:ext>
            </a:extLst>
          </p:cNvPr>
          <p:cNvSpPr/>
          <p:nvPr userDrawn="1"/>
        </p:nvSpPr>
        <p:spPr>
          <a:xfrm>
            <a:off x="105351" y="86714"/>
            <a:ext cx="6208363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xmlns="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5351" y="496139"/>
            <a:ext cx="6208364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Inserir ou arrastar e soltar a imagem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457" y="432000"/>
            <a:ext cx="4703542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283" y="3582825"/>
            <a:ext cx="3002400" cy="720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pt-BR"/>
              <a:t>Descrição do marcador</a:t>
            </a:r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8283" y="5147461"/>
            <a:ext cx="3002400" cy="720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pt-BR"/>
              <a:t>Descrição do marcador</a:t>
            </a: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xmlns="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8283" y="1369128"/>
            <a:ext cx="3002400" cy="432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Marcador 1</a:t>
            </a:r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8283" y="2933764"/>
            <a:ext cx="3002400" cy="432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Marcador 2</a:t>
            </a:r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xmlns="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68283" y="4498400"/>
            <a:ext cx="3002400" cy="432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Marcador 3</a:t>
            </a:r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xmlns="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8283" y="1975094"/>
            <a:ext cx="3002400" cy="720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pt-BR"/>
              <a:t>Descrição do marcador</a:t>
            </a:r>
            <a:endParaRPr lang="pt-BR" dirty="0"/>
          </a:p>
        </p:txBody>
      </p:sp>
      <p:sp>
        <p:nvSpPr>
          <p:cNvPr id="51" name="Octógono 50">
            <a:extLst>
              <a:ext uri="{FF2B5EF4-FFF2-40B4-BE49-F238E27FC236}">
                <a16:creationId xmlns:a16="http://schemas.microsoft.com/office/drawing/2014/main" xmlns="" id="{758B0359-60B9-4D73-825D-ACE303A61C50}"/>
              </a:ext>
            </a:extLst>
          </p:cNvPr>
          <p:cNvSpPr/>
          <p:nvPr userDrawn="1"/>
        </p:nvSpPr>
        <p:spPr>
          <a:xfrm rot="1361022">
            <a:off x="11394972" y="6053793"/>
            <a:ext cx="634795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09921541-DECE-43BB-BF92-A4B5D5EE5469}"/>
              </a:ext>
            </a:extLst>
          </p:cNvPr>
          <p:cNvSpPr/>
          <p:nvPr userDrawn="1"/>
        </p:nvSpPr>
        <p:spPr>
          <a:xfrm>
            <a:off x="11533871" y="6185902"/>
            <a:ext cx="73515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xmlns="" id="{83095B3B-1284-4E49-BE50-9C84BE7E58B6}"/>
              </a:ext>
            </a:extLst>
          </p:cNvPr>
          <p:cNvSpPr/>
          <p:nvPr userDrawn="1"/>
        </p:nvSpPr>
        <p:spPr>
          <a:xfrm>
            <a:off x="11892084" y="6561525"/>
            <a:ext cx="10043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xmlns="" id="{7491DD10-64CD-40CA-A0BB-397696C0C168}"/>
              </a:ext>
            </a:extLst>
          </p:cNvPr>
          <p:cNvSpPr/>
          <p:nvPr userDrawn="1"/>
        </p:nvSpPr>
        <p:spPr>
          <a:xfrm>
            <a:off x="11342875" y="5990144"/>
            <a:ext cx="260512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55" name="Espaço Reservado para o Número do Slide 54">
            <a:extLst>
              <a:ext uri="{FF2B5EF4-FFF2-40B4-BE49-F238E27FC236}">
                <a16:creationId xmlns:a16="http://schemas.microsoft.com/office/drawing/2014/main" xmlns="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xmlns="" id="{9089FAF0-BF60-4AB9-A62E-595008DC4646}"/>
              </a:ext>
            </a:extLst>
          </p:cNvPr>
          <p:cNvGrpSpPr/>
          <p:nvPr userDrawn="1"/>
        </p:nvGrpSpPr>
        <p:grpSpPr>
          <a:xfrm>
            <a:off x="1892000" y="2269752"/>
            <a:ext cx="3081180" cy="3011457"/>
            <a:chOff x="1892000" y="2269752"/>
            <a:chExt cx="3081180" cy="3011457"/>
          </a:xfrm>
        </p:grpSpPr>
        <p:sp>
          <p:nvSpPr>
            <p:cNvPr id="26" name="Forma livre: Forma 13">
              <a:extLst>
                <a:ext uri="{FF2B5EF4-FFF2-40B4-BE49-F238E27FC236}">
                  <a16:creationId xmlns:a16="http://schemas.microsoft.com/office/drawing/2014/main" xmlns="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xmlns="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8" name="Forma livre: Forma 17">
              <a:extLst>
                <a:ext uri="{FF2B5EF4-FFF2-40B4-BE49-F238E27FC236}">
                  <a16:creationId xmlns:a16="http://schemas.microsoft.com/office/drawing/2014/main" xmlns="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9" name="Forma livre: Forma 19">
              <a:extLst>
                <a:ext uri="{FF2B5EF4-FFF2-40B4-BE49-F238E27FC236}">
                  <a16:creationId xmlns:a16="http://schemas.microsoft.com/office/drawing/2014/main" xmlns="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30" name="Forma livre: Forma 23">
              <a:extLst>
                <a:ext uri="{FF2B5EF4-FFF2-40B4-BE49-F238E27FC236}">
                  <a16:creationId xmlns:a16="http://schemas.microsoft.com/office/drawing/2014/main" xmlns="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xmlns="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32" name="Forma livre: Forma 28">
              <a:extLst>
                <a:ext uri="{FF2B5EF4-FFF2-40B4-BE49-F238E27FC236}">
                  <a16:creationId xmlns:a16="http://schemas.microsoft.com/office/drawing/2014/main" xmlns="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38" name="Espaço Reservado para Imagem 3">
            <a:extLst>
              <a:ext uri="{FF2B5EF4-FFF2-40B4-BE49-F238E27FC236}">
                <a16:creationId xmlns:a16="http://schemas.microsoft.com/office/drawing/2014/main" xmlns="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405874" y="4835817"/>
            <a:ext cx="691688" cy="691688"/>
          </a:xfrm>
        </p:spPr>
        <p:txBody>
          <a:bodyPr rtlCol="0"/>
          <a:lstStyle>
            <a:lvl1pPr marL="0" indent="0">
              <a:buNone/>
              <a:defRPr sz="1400"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39" name="Espaço Reservado para Imagem 3">
            <a:extLst>
              <a:ext uri="{FF2B5EF4-FFF2-40B4-BE49-F238E27FC236}">
                <a16:creationId xmlns:a16="http://schemas.microsoft.com/office/drawing/2014/main" xmlns="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405874" y="3271181"/>
            <a:ext cx="691688" cy="691688"/>
          </a:xfrm>
        </p:spPr>
        <p:txBody>
          <a:bodyPr rtlCol="0"/>
          <a:lstStyle>
            <a:lvl1pPr marL="0" indent="0">
              <a:buNone/>
              <a:defRPr sz="1400"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40" name="Espaço Reservado para Imagem 3">
            <a:extLst>
              <a:ext uri="{FF2B5EF4-FFF2-40B4-BE49-F238E27FC236}">
                <a16:creationId xmlns:a16="http://schemas.microsoft.com/office/drawing/2014/main" xmlns="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405874" y="1706545"/>
            <a:ext cx="691688" cy="691688"/>
          </a:xfrm>
        </p:spPr>
        <p:txBody>
          <a:bodyPr rtlCol="0"/>
          <a:lstStyle>
            <a:lvl1pPr marL="0" indent="0">
              <a:buNone/>
              <a:defRPr sz="1400"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to 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rma livre: Forma 23">
            <a:extLst>
              <a:ext uri="{FF2B5EF4-FFF2-40B4-BE49-F238E27FC236}">
                <a16:creationId xmlns:a16="http://schemas.microsoft.com/office/drawing/2014/main" xmlns="" id="{5F6D6B0F-FF8B-4D60-B712-A57904D5502C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xmlns="" id="{FFF5FB50-33B5-4195-92D6-70891F240926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xmlns="" id="{EECD958F-56E9-4A3B-9C25-D5970592C848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xmlns="" id="{72F4FF18-9272-43AF-912E-B1CF8BF148D4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xmlns="" id="{AE9C7EB4-9E81-4394-8C2C-A54BBD15B51D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xmlns="" id="{FE681EC0-A139-4B14-89E8-F237CB63D4C9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xmlns="" id="{87F87648-ABB4-4C97-BB6D-58342407E9DF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xmlns="" id="{0802EFEB-F4DF-4501-91AA-173B60EBBBAA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xmlns="" id="{109FE51D-8E02-4ED7-862B-5CF838F7F77F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xmlns="" id="{4ECB9E40-5923-4571-9C8E-D7412C1283B2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xmlns="" id="{E46052C9-826B-47AC-9F6B-3078D4F43748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xmlns="" id="{0C3867F5-4C6F-48BE-9DFF-9046D1FE6771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xmlns="" id="{7B0CB40F-9E6F-457D-9C1F-9769BC3AE13E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xmlns="" id="{0FCD03E7-2128-4C04-A914-409506646A76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xmlns="" id="{0725BC56-C7B6-400F-80F9-3F968E2CAE0E}"/>
              </a:ext>
            </a:extLst>
          </p:cNvPr>
          <p:cNvGrpSpPr/>
          <p:nvPr userDrawn="1"/>
        </p:nvGrpSpPr>
        <p:grpSpPr>
          <a:xfrm>
            <a:off x="3383603" y="1013721"/>
            <a:ext cx="7749965" cy="5100743"/>
            <a:chOff x="510812" y="938373"/>
            <a:chExt cx="8073393" cy="5313612"/>
          </a:xfrm>
        </p:grpSpPr>
        <p:sp>
          <p:nvSpPr>
            <p:cNvPr id="44" name="Retângulo arredondado 15">
              <a:extLst>
                <a:ext uri="{FF2B5EF4-FFF2-40B4-BE49-F238E27FC236}">
                  <a16:creationId xmlns:a16="http://schemas.microsoft.com/office/drawing/2014/main" xmlns="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pt-BR" dirty="0"/>
            </a:p>
          </p:txBody>
        </p:sp>
        <p:sp>
          <p:nvSpPr>
            <p:cNvPr id="45" name="Retângulo arredondado 15">
              <a:extLst>
                <a:ext uri="{FF2B5EF4-FFF2-40B4-BE49-F238E27FC236}">
                  <a16:creationId xmlns:a16="http://schemas.microsoft.com/office/drawing/2014/main" xmlns="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46" name="Retângulo: Cantos Arredondados 45">
              <a:extLst>
                <a:ext uri="{FF2B5EF4-FFF2-40B4-BE49-F238E27FC236}">
                  <a16:creationId xmlns:a16="http://schemas.microsoft.com/office/drawing/2014/main" xmlns="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47" name="Retângulo arredondado 15">
              <a:extLst>
                <a:ext uri="{FF2B5EF4-FFF2-40B4-BE49-F238E27FC236}">
                  <a16:creationId xmlns:a16="http://schemas.microsoft.com/office/drawing/2014/main" xmlns="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48" name="Retângulo arredondado 15">
              <a:extLst>
                <a:ext uri="{FF2B5EF4-FFF2-40B4-BE49-F238E27FC236}">
                  <a16:creationId xmlns:a16="http://schemas.microsoft.com/office/drawing/2014/main" xmlns="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pt-BR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xmlns="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pt-BR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xmlns="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pt-BR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xmlns="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pt-BR" dirty="0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152000"/>
            <a:ext cx="2951603" cy="2196235"/>
          </a:xfrm>
        </p:spPr>
        <p:txBody>
          <a:bodyPr rtlCol="0" anchor="b"/>
          <a:lstStyle>
            <a:lvl1pPr marL="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67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429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096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0763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Texto destacado pode ir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xmlns="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092796" y="1376357"/>
            <a:ext cx="6333545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Inserir ou arrastar e soltar a imagem aqui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xmlns="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3509766"/>
            <a:ext cx="2951163" cy="2322709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Marcadores de Imagem de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s Grandes, Op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xmlns="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5373076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906843" y="3429050"/>
            <a:ext cx="4522314" cy="2762949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xmlns="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xmlns="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774740" y="3429000"/>
            <a:ext cx="4522407" cy="2762250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xmlns="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6463" y="2278063"/>
            <a:ext cx="4522787" cy="885825"/>
          </a:xfrm>
        </p:spPr>
        <p:txBody>
          <a:bodyPr rtlCol="0" anchor="ctr"/>
          <a:lstStyle>
            <a:lvl1pPr marL="0" indent="0">
              <a:buNone/>
              <a:defRPr sz="8000" b="1">
                <a:latin typeface="+mj-lt"/>
              </a:defRPr>
            </a:lvl1pPr>
            <a:lvl2pPr marL="266700" indent="0">
              <a:buNone/>
              <a:defRPr sz="8000">
                <a:latin typeface="+mj-lt"/>
              </a:defRPr>
            </a:lvl2pPr>
            <a:lvl3pPr marL="542925" indent="0">
              <a:buNone/>
              <a:defRPr sz="8000">
                <a:latin typeface="+mj-lt"/>
              </a:defRPr>
            </a:lvl3pPr>
            <a:lvl4pPr marL="809625" indent="0">
              <a:buNone/>
              <a:defRPr sz="8000">
                <a:latin typeface="+mj-lt"/>
              </a:defRPr>
            </a:lvl4pPr>
            <a:lvl5pPr marL="1076325" indent="0">
              <a:buNone/>
              <a:defRPr sz="8000">
                <a:latin typeface="+mj-lt"/>
              </a:defRPr>
            </a:lvl5pPr>
          </a:lstStyle>
          <a:p>
            <a:pPr lvl="0" rtl="0"/>
            <a:r>
              <a:rPr lang="pt-BR"/>
              <a:t>1</a:t>
            </a:r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xmlns="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2750" y="2278063"/>
            <a:ext cx="4522787" cy="885825"/>
          </a:xfrm>
        </p:spPr>
        <p:txBody>
          <a:bodyPr rtlCol="0" anchor="ctr"/>
          <a:lstStyle>
            <a:lvl1pPr marL="0" indent="0">
              <a:buNone/>
              <a:defRPr sz="8000" b="1" i="0">
                <a:latin typeface="+mj-lt"/>
              </a:defRPr>
            </a:lvl1pPr>
          </a:lstStyle>
          <a:p>
            <a:pPr lvl="0" rtl="0"/>
            <a:r>
              <a:rPr lang="pt-BR"/>
              <a:t>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584000"/>
            <a:ext cx="5472000" cy="460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xmlns="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xmlns="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xmlns="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84325"/>
            <a:ext cx="5472113" cy="4606925"/>
          </a:xfrm>
        </p:spPr>
        <p:txBody>
          <a:bodyPr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xmlns="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152525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nas Demarca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96" y="2463936"/>
            <a:ext cx="3726003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3985" y="2463801"/>
            <a:ext cx="3726469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xmlns="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3985" y="2463801"/>
            <a:ext cx="2963619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/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xmlns="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/>
              <a:t>Subcabeçalho</a:t>
            </a: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xmlns="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4236" y="1647240"/>
            <a:ext cx="2975578" cy="648000"/>
          </a:xfrm>
          <a:ln>
            <a:solidFill>
              <a:schemeClr val="accent1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+mj-lt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pt-BR"/>
              <a:t>Título da seção 1</a:t>
            </a:r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xmlns="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08336" y="1647040"/>
            <a:ext cx="2975578" cy="648000"/>
          </a:xfrm>
          <a:ln>
            <a:solidFill>
              <a:schemeClr val="accent2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 rtl="0"/>
            <a:r>
              <a:rPr lang="pt-BR"/>
              <a:t>Título da seção 2</a:t>
            </a:r>
            <a:endParaRPr lang="pt-BR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xmlns="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83986" y="1647240"/>
            <a:ext cx="2975578" cy="648000"/>
          </a:xfrm>
          <a:ln>
            <a:solidFill>
              <a:schemeClr val="accent3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 rtl="0"/>
            <a:r>
              <a:rPr lang="pt-BR"/>
              <a:t>Título da seção 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xmlns="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/>
              <a:t>Subcabeçalho</a:t>
            </a:r>
            <a:endParaRPr lang="pt-BR" dirty="0"/>
          </a:p>
        </p:txBody>
      </p:sp>
      <p:cxnSp>
        <p:nvCxnSpPr>
          <p:cNvPr id="15" name="Conector de seta em linha reta 14">
            <a:extLst>
              <a:ext uri="{FF2B5EF4-FFF2-40B4-BE49-F238E27FC236}">
                <a16:creationId xmlns:a16="http://schemas.microsoft.com/office/drawing/2014/main" xmlns="" id="{52158F80-0C1A-4B9E-9335-A5A0015187F7}"/>
              </a:ext>
            </a:extLst>
          </p:cNvPr>
          <p:cNvCxnSpPr/>
          <p:nvPr userDrawn="1"/>
        </p:nvCxnSpPr>
        <p:spPr>
          <a:xfrm>
            <a:off x="431800" y="3866682"/>
            <a:ext cx="11339513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xmlns="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2908" y="3973125"/>
            <a:ext cx="415608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Ano</a:t>
            </a:r>
            <a:endParaRPr lang="pt-BR" dirty="0"/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xmlns="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17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xmlns="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81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xmlns="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583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xmlns="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785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xmlns="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77108" y="3973125"/>
            <a:ext cx="415608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Ano</a:t>
            </a:r>
            <a:endParaRPr lang="pt-BR" dirty="0"/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xmlns="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31986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xmlns="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9188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xmlns="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6390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2" name="Espaço Reservado para Texto 10">
            <a:extLst>
              <a:ext uri="{FF2B5EF4-FFF2-40B4-BE49-F238E27FC236}">
                <a16:creationId xmlns:a16="http://schemas.microsoft.com/office/drawing/2014/main" xmlns="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7995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3" name="Espaço Reservado para Texto 10">
            <a:extLst>
              <a:ext uri="{FF2B5EF4-FFF2-40B4-BE49-F238E27FC236}">
                <a16:creationId xmlns:a16="http://schemas.microsoft.com/office/drawing/2014/main" xmlns="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3591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4" name="Espaço Reservado para Texto 10">
            <a:extLst>
              <a:ext uri="{FF2B5EF4-FFF2-40B4-BE49-F238E27FC236}">
                <a16:creationId xmlns:a16="http://schemas.microsoft.com/office/drawing/2014/main" xmlns="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793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5" name="Espaço Reservado para Texto 10">
            <a:extLst>
              <a:ext uri="{FF2B5EF4-FFF2-40B4-BE49-F238E27FC236}">
                <a16:creationId xmlns:a16="http://schemas.microsoft.com/office/drawing/2014/main" xmlns="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96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6" name="Espaço Reservado para Texto 10">
            <a:extLst>
              <a:ext uri="{FF2B5EF4-FFF2-40B4-BE49-F238E27FC236}">
                <a16:creationId xmlns:a16="http://schemas.microsoft.com/office/drawing/2014/main" xmlns="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62398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7" name="Espaço Reservado para Texto 10">
            <a:extLst>
              <a:ext uri="{FF2B5EF4-FFF2-40B4-BE49-F238E27FC236}">
                <a16:creationId xmlns:a16="http://schemas.microsoft.com/office/drawing/2014/main" xmlns="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959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8" name="Espaço Reservado para Texto 10">
            <a:extLst>
              <a:ext uri="{FF2B5EF4-FFF2-40B4-BE49-F238E27FC236}">
                <a16:creationId xmlns:a16="http://schemas.microsoft.com/office/drawing/2014/main" xmlns="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6801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39" name="Espaço Reservado para Texto 10">
            <a:extLst>
              <a:ext uri="{FF2B5EF4-FFF2-40B4-BE49-F238E27FC236}">
                <a16:creationId xmlns:a16="http://schemas.microsoft.com/office/drawing/2014/main" xmlns="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4002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0" name="Espaço Reservado para Texto 10">
            <a:extLst>
              <a:ext uri="{FF2B5EF4-FFF2-40B4-BE49-F238E27FC236}">
                <a16:creationId xmlns:a16="http://schemas.microsoft.com/office/drawing/2014/main" xmlns="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1204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1" name="Espaço Reservado para Texto 10">
            <a:extLst>
              <a:ext uri="{FF2B5EF4-FFF2-40B4-BE49-F238E27FC236}">
                <a16:creationId xmlns:a16="http://schemas.microsoft.com/office/drawing/2014/main" xmlns="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8406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2" name="Espaço Reservado para Texto 10">
            <a:extLst>
              <a:ext uri="{FF2B5EF4-FFF2-40B4-BE49-F238E27FC236}">
                <a16:creationId xmlns:a16="http://schemas.microsoft.com/office/drawing/2014/main" xmlns="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5608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3" name="Espaço Reservado para Texto 10">
            <a:extLst>
              <a:ext uri="{FF2B5EF4-FFF2-40B4-BE49-F238E27FC236}">
                <a16:creationId xmlns:a16="http://schemas.microsoft.com/office/drawing/2014/main" xmlns="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2809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4" name="Espaço Reservado para Texto 10">
            <a:extLst>
              <a:ext uri="{FF2B5EF4-FFF2-40B4-BE49-F238E27FC236}">
                <a16:creationId xmlns:a16="http://schemas.microsoft.com/office/drawing/2014/main" xmlns="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4414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5" name="Espaço Reservado para Texto 10">
            <a:extLst>
              <a:ext uri="{FF2B5EF4-FFF2-40B4-BE49-F238E27FC236}">
                <a16:creationId xmlns:a16="http://schemas.microsoft.com/office/drawing/2014/main" xmlns="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0011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6" name="Espaço Reservado para Texto 10">
            <a:extLst>
              <a:ext uri="{FF2B5EF4-FFF2-40B4-BE49-F238E27FC236}">
                <a16:creationId xmlns:a16="http://schemas.microsoft.com/office/drawing/2014/main" xmlns="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7213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7" name="Espaço Reservado para Texto 10">
            <a:extLst>
              <a:ext uri="{FF2B5EF4-FFF2-40B4-BE49-F238E27FC236}">
                <a16:creationId xmlns:a16="http://schemas.microsoft.com/office/drawing/2014/main" xmlns="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81616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8" name="Espaço Reservado para Texto 10">
            <a:extLst>
              <a:ext uri="{FF2B5EF4-FFF2-40B4-BE49-F238E27FC236}">
                <a16:creationId xmlns:a16="http://schemas.microsoft.com/office/drawing/2014/main" xmlns="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128818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pt-BR" dirty="0"/>
          </a:p>
        </p:txBody>
      </p:sp>
      <p:sp>
        <p:nvSpPr>
          <p:cNvPr id="49" name="Espaço Reservado para Texto 3">
            <a:extLst>
              <a:ext uri="{FF2B5EF4-FFF2-40B4-BE49-F238E27FC236}">
                <a16:creationId xmlns:a16="http://schemas.microsoft.com/office/drawing/2014/main" xmlns="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8" y="2190750"/>
            <a:ext cx="1793875" cy="561975"/>
          </a:xfrm>
          <a:noFill/>
          <a:ln>
            <a:noFill/>
          </a:ln>
        </p:spPr>
        <p:txBody>
          <a:bodyPr tIns="36000" rtlCol="0" anchor="t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/>
              <a:t>Título do item</a:t>
            </a:r>
            <a:endParaRPr lang="pt-BR" dirty="0"/>
          </a:p>
        </p:txBody>
      </p:sp>
      <p:sp>
        <p:nvSpPr>
          <p:cNvPr id="50" name="Espaço Reservado para Texto 36">
            <a:extLst>
              <a:ext uri="{FF2B5EF4-FFF2-40B4-BE49-F238E27FC236}">
                <a16:creationId xmlns:a16="http://schemas.microsoft.com/office/drawing/2014/main" xmlns="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395728" y="2531196"/>
            <a:ext cx="1724394" cy="18580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/>
              <a:t>Mês, Ano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 de 3 Membr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3945" y="3995705"/>
            <a:ext cx="1964171" cy="216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pt-BR"/>
              <a:t>Título</a:t>
            </a:r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5887" y="3995705"/>
            <a:ext cx="1964171" cy="216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pt-BR"/>
              <a:t>Título</a:t>
            </a:r>
            <a:endParaRPr lang="pt-BR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xmlns="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07829" y="3991240"/>
            <a:ext cx="1964171" cy="216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pt-BR"/>
              <a:t>Título</a:t>
            </a:r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03945" y="3424428"/>
            <a:ext cx="1964170" cy="504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Nome</a:t>
            </a:r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xmlns="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5887" y="3424428"/>
            <a:ext cx="1964171" cy="504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Nome</a:t>
            </a:r>
            <a:endParaRPr lang="pt-BR" dirty="0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xmlns="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07830" y="3424428"/>
            <a:ext cx="1964170" cy="504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Nome</a:t>
            </a:r>
            <a:endParaRPr lang="pt-BR" dirty="0"/>
          </a:p>
        </p:txBody>
      </p:sp>
      <p:sp>
        <p:nvSpPr>
          <p:cNvPr id="24" name="Espaço Reservado para Imagem 22">
            <a:extLst>
              <a:ext uri="{FF2B5EF4-FFF2-40B4-BE49-F238E27FC236}">
                <a16:creationId xmlns:a16="http://schemas.microsoft.com/office/drawing/2014/main" xmlns="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1800" y="2808242"/>
            <a:ext cx="1505966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25" name="Espaço Reservado para Imagem 22">
            <a:extLst>
              <a:ext uri="{FF2B5EF4-FFF2-40B4-BE49-F238E27FC236}">
                <a16:creationId xmlns:a16="http://schemas.microsoft.com/office/drawing/2014/main" xmlns="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283742" y="2808242"/>
            <a:ext cx="1505966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26" name="Espaço Reservado para Imagem 22">
            <a:extLst>
              <a:ext uri="{FF2B5EF4-FFF2-40B4-BE49-F238E27FC236}">
                <a16:creationId xmlns:a16="http://schemas.microsoft.com/office/drawing/2014/main" xmlns="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35683" y="2808242"/>
            <a:ext cx="1505966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xmlns="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/>
              <a:t>Subcabeçalho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3945" y="4311393"/>
            <a:ext cx="1964172" cy="1130300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/>
              <a:t>Biografia curta</a:t>
            </a:r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xmlns="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55887" y="4311393"/>
            <a:ext cx="1963737" cy="11303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pt-BR"/>
              <a:t>Biografia curta</a:t>
            </a:r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xmlns="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07829" y="4311393"/>
            <a:ext cx="1981200" cy="1138238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pt-BR"/>
              <a:t>Biografia curta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 de 6 Membr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0113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Título</a:t>
            </a:r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8426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Título</a:t>
            </a:r>
            <a:endParaRPr lang="pt-BR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xmlns="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6739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Título</a:t>
            </a:r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xmlns="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5052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Título</a:t>
            </a: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xmlns="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0" y="3926334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Nome completo</a:t>
            </a:r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0113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Nome completo</a:t>
            </a:r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xmlns="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48426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Nome completo</a:t>
            </a:r>
            <a:endParaRPr lang="pt-BR" dirty="0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xmlns="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6739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Nome completo</a:t>
            </a:r>
            <a:endParaRPr lang="pt-BR" dirty="0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xmlns="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5052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pt-BR"/>
              <a:t>Nome completo</a:t>
            </a:r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xmlns="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pt-BR"/>
              <a:t>Título</a:t>
            </a:r>
            <a:endParaRPr lang="pt-BR" dirty="0"/>
          </a:p>
        </p:txBody>
      </p:sp>
      <p:sp>
        <p:nvSpPr>
          <p:cNvPr id="23" name="Espaço Reservado para Imagem 22">
            <a:extLst>
              <a:ext uri="{FF2B5EF4-FFF2-40B4-BE49-F238E27FC236}">
                <a16:creationId xmlns:a16="http://schemas.microsoft.com/office/drawing/2014/main" xmlns="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7088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24" name="Espaço Reservado para Imagem 22">
            <a:extLst>
              <a:ext uri="{FF2B5EF4-FFF2-40B4-BE49-F238E27FC236}">
                <a16:creationId xmlns:a16="http://schemas.microsoft.com/office/drawing/2014/main" xmlns="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25401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25" name="Espaço Reservado para Imagem 22">
            <a:extLst>
              <a:ext uri="{FF2B5EF4-FFF2-40B4-BE49-F238E27FC236}">
                <a16:creationId xmlns:a16="http://schemas.microsoft.com/office/drawing/2014/main" xmlns="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33714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26" name="Espaço Reservado para Imagem 22">
            <a:extLst>
              <a:ext uri="{FF2B5EF4-FFF2-40B4-BE49-F238E27FC236}">
                <a16:creationId xmlns:a16="http://schemas.microsoft.com/office/drawing/2014/main" xmlns="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42027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27" name="Espaço Reservado para Imagem 22">
            <a:extLst>
              <a:ext uri="{FF2B5EF4-FFF2-40B4-BE49-F238E27FC236}">
                <a16:creationId xmlns:a16="http://schemas.microsoft.com/office/drawing/2014/main" xmlns="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350340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Imagem 22">
            <a:extLst>
              <a:ext uri="{FF2B5EF4-FFF2-40B4-BE49-F238E27FC236}">
                <a16:creationId xmlns:a16="http://schemas.microsoft.com/office/drawing/2014/main" xmlns="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258651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73363" y="3925888"/>
            <a:ext cx="1800000" cy="504825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pt-BR"/>
              <a:t>Nome completo</a:t>
            </a:r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xmlns="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73363" y="4505325"/>
            <a:ext cx="1800000" cy="900113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lvl="0" rtl="0"/>
            <a:r>
              <a:rPr lang="pt-BR"/>
              <a:t>Título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rma livre: Forma 28">
            <a:extLst>
              <a:ext uri="{FF2B5EF4-FFF2-40B4-BE49-F238E27FC236}">
                <a16:creationId xmlns:a16="http://schemas.microsoft.com/office/drawing/2014/main" xmlns="" id="{F8AB0F04-910C-4647-AE1C-177C66B50038}"/>
              </a:ext>
            </a:extLst>
          </p:cNvPr>
          <p:cNvSpPr/>
          <p:nvPr userDrawn="1"/>
        </p:nvSpPr>
        <p:spPr>
          <a:xfrm rot="4308689">
            <a:off x="8139110" y="-52404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xmlns="" id="{3E72A672-7789-4744-A4CB-D177B890FDE6}"/>
              </a:ext>
            </a:extLst>
          </p:cNvPr>
          <p:cNvSpPr/>
          <p:nvPr userDrawn="1"/>
        </p:nvSpPr>
        <p:spPr>
          <a:xfrm rot="4308689">
            <a:off x="8878526" y="-532562"/>
            <a:ext cx="3571215" cy="3737093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xmlns="" id="{0C7CDA8E-8D79-474E-8278-7D77C867E238}"/>
              </a:ext>
            </a:extLst>
          </p:cNvPr>
          <p:cNvSpPr/>
          <p:nvPr userDrawn="1"/>
        </p:nvSpPr>
        <p:spPr>
          <a:xfrm rot="4308689">
            <a:off x="9191192" y="1651650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xmlns="" id="{ABD99355-65C1-4211-9E82-3D41ACE0AE17}"/>
              </a:ext>
            </a:extLst>
          </p:cNvPr>
          <p:cNvSpPr/>
          <p:nvPr userDrawn="1"/>
        </p:nvSpPr>
        <p:spPr>
          <a:xfrm rot="13830869">
            <a:off x="9457431" y="3977898"/>
            <a:ext cx="346713" cy="206124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xmlns="" id="{F459E701-5FEF-4918-8F3A-04E29BF09009}"/>
              </a:ext>
            </a:extLst>
          </p:cNvPr>
          <p:cNvSpPr/>
          <p:nvPr userDrawn="1"/>
        </p:nvSpPr>
        <p:spPr>
          <a:xfrm rot="12431080">
            <a:off x="9528615" y="3713859"/>
            <a:ext cx="710669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xmlns="" id="{8550A0A6-1197-4153-9800-69D58909D0C7}"/>
              </a:ext>
            </a:extLst>
          </p:cNvPr>
          <p:cNvSpPr/>
          <p:nvPr userDrawn="1"/>
        </p:nvSpPr>
        <p:spPr>
          <a:xfrm rot="4308689">
            <a:off x="8785444" y="1075879"/>
            <a:ext cx="1246227" cy="1580187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xmlns="" id="{4F0A2415-21FA-4B06-89CA-A379C8C2E262}"/>
              </a:ext>
            </a:extLst>
          </p:cNvPr>
          <p:cNvSpPr/>
          <p:nvPr userDrawn="1"/>
        </p:nvSpPr>
        <p:spPr>
          <a:xfrm rot="17193105">
            <a:off x="11374788" y="284642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xmlns="" id="{FF9CE8FE-77D6-45E0-BBF7-78F07AC29771}"/>
              </a:ext>
            </a:extLst>
          </p:cNvPr>
          <p:cNvSpPr/>
          <p:nvPr userDrawn="1"/>
        </p:nvSpPr>
        <p:spPr>
          <a:xfrm rot="17193105">
            <a:off x="10879052" y="2627354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xmlns="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/>
              <a:t>Subcabeçalho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vre: Forma 14">
            <a:extLst>
              <a:ext uri="{FF2B5EF4-FFF2-40B4-BE49-F238E27FC236}">
                <a16:creationId xmlns:a16="http://schemas.microsoft.com/office/drawing/2014/main" xmlns="" id="{B29137C9-7B18-454C-AB56-2B4631DFE59D}"/>
              </a:ext>
            </a:extLst>
          </p:cNvPr>
          <p:cNvSpPr/>
          <p:nvPr userDrawn="1"/>
        </p:nvSpPr>
        <p:spPr>
          <a:xfrm rot="14199158">
            <a:off x="10161654" y="-236402"/>
            <a:ext cx="1957093" cy="139981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xmlns="" id="{0C7CDA8E-8D79-474E-8278-7D77C867E238}"/>
              </a:ext>
            </a:extLst>
          </p:cNvPr>
          <p:cNvSpPr/>
          <p:nvPr userDrawn="1"/>
        </p:nvSpPr>
        <p:spPr>
          <a:xfrm rot="6973557">
            <a:off x="9799840" y="198216"/>
            <a:ext cx="748251" cy="780669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xmlns="" id="{4F0A2415-21FA-4B06-89CA-A379C8C2E262}"/>
              </a:ext>
            </a:extLst>
          </p:cNvPr>
          <p:cNvSpPr/>
          <p:nvPr userDrawn="1"/>
        </p:nvSpPr>
        <p:spPr>
          <a:xfrm rot="5483574">
            <a:off x="9854193" y="80859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2" name="Forma livre: Forma 21">
            <a:extLst>
              <a:ext uri="{FF2B5EF4-FFF2-40B4-BE49-F238E27FC236}">
                <a16:creationId xmlns:a16="http://schemas.microsoft.com/office/drawing/2014/main" xmlns="" id="{9AACAC53-33A6-4BBC-8C68-0C56D0B39F57}"/>
              </a:ext>
            </a:extLst>
          </p:cNvPr>
          <p:cNvSpPr/>
          <p:nvPr userDrawn="1"/>
        </p:nvSpPr>
        <p:spPr>
          <a:xfrm rot="14235708">
            <a:off x="11753205" y="112024"/>
            <a:ext cx="332291" cy="24788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xmlns="" id="{ED86A7C4-9F1E-4F96-8AD9-5B75BEE364BE}"/>
              </a:ext>
            </a:extLst>
          </p:cNvPr>
          <p:cNvSpPr/>
          <p:nvPr userDrawn="1"/>
        </p:nvSpPr>
        <p:spPr>
          <a:xfrm rot="13336516">
            <a:off x="10313236" y="1084299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xmlns="" id="{B63BFE72-A1DE-4CFE-9B52-553C99D52699}"/>
              </a:ext>
            </a:extLst>
          </p:cNvPr>
          <p:cNvSpPr/>
          <p:nvPr userDrawn="1"/>
        </p:nvSpPr>
        <p:spPr>
          <a:xfrm rot="5738060">
            <a:off x="9844293" y="1032301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xmlns="" id="{9C266CD9-D77B-4B4D-8673-531E2784C610}"/>
              </a:ext>
            </a:extLst>
          </p:cNvPr>
          <p:cNvSpPr/>
          <p:nvPr userDrawn="1"/>
        </p:nvSpPr>
        <p:spPr>
          <a:xfrm rot="8291645">
            <a:off x="10081798" y="798094"/>
            <a:ext cx="37136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, sem elementos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brig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ço Reservado para Imagem 31">
            <a:extLst>
              <a:ext uri="{FF2B5EF4-FFF2-40B4-BE49-F238E27FC236}">
                <a16:creationId xmlns:a16="http://schemas.microsoft.com/office/drawing/2014/main" xmlns="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 rtlCol="0"/>
          <a:lstStyle>
            <a:lvl1pPr marL="0" indent="0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/>
              <a:t>Inserir ou arrastar e soltar a imagem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6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rtlCol="0" anchor="b" anchorCtr="0"/>
          <a:lstStyle>
            <a:lvl1pPr algn="r">
              <a:defRPr sz="66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Obrigado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94607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 rtlCol="0"/>
          <a:lstStyle>
            <a:lvl1pPr marL="0" indent="0" algn="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dirty="0"/>
              <a:t>Clique para editar o estilo de subtítulo Mestre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xmlns="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0" y="4142258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Número de Contato</a:t>
            </a:r>
            <a:endParaRPr lang="pt-BR" dirty="0"/>
          </a:p>
        </p:txBody>
      </p:sp>
      <p:sp>
        <p:nvSpPr>
          <p:cNvPr id="9" name="Espaço Reservado para Texto 5">
            <a:extLst>
              <a:ext uri="{FF2B5EF4-FFF2-40B4-BE49-F238E27FC236}">
                <a16:creationId xmlns:a16="http://schemas.microsoft.com/office/drawing/2014/main" xmlns="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0" y="4448040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Contato por Email ou Mídia Social</a:t>
            </a:r>
            <a:endParaRPr lang="pt-BR" dirty="0"/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xmlns="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0" y="4753821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Endereço do Site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EF5211B-014A-4E6E-98C7-FDAF78553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356FC21-A32D-44DC-BED7-08CEBB3B90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xmlns="" id="{FC0C6D2B-0FF5-4A5F-A062-480FFA6DA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xmlns="" id="{91612B32-057C-422E-8B4A-7B464DE04A7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/>
              <a:t>Subtítulo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846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ógono 6">
            <a:extLst>
              <a:ext uri="{FF2B5EF4-FFF2-40B4-BE49-F238E27FC236}">
                <a16:creationId xmlns:a16="http://schemas.microsoft.com/office/drawing/2014/main" xmlns="" id="{12B87281-2FCA-44C5-BFC9-FD653787EFC4}"/>
              </a:ext>
            </a:extLst>
          </p:cNvPr>
          <p:cNvSpPr/>
          <p:nvPr userDrawn="1"/>
        </p:nvSpPr>
        <p:spPr>
          <a:xfrm rot="1361022">
            <a:off x="11394972" y="6053793"/>
            <a:ext cx="634795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40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Adicionar um rodapé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xmlns="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369" y="6155190"/>
            <a:ext cx="432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b="1" i="1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B66BF03E-F48E-4C0A-9078-07AC4DDF896A}"/>
              </a:ext>
            </a:extLst>
          </p:cNvPr>
          <p:cNvSpPr/>
          <p:nvPr userDrawn="1"/>
        </p:nvSpPr>
        <p:spPr>
          <a:xfrm>
            <a:off x="11533871" y="6185902"/>
            <a:ext cx="73515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9F827500-FC74-463C-9312-BC59104AEBD6}"/>
              </a:ext>
            </a:extLst>
          </p:cNvPr>
          <p:cNvSpPr/>
          <p:nvPr userDrawn="1"/>
        </p:nvSpPr>
        <p:spPr>
          <a:xfrm>
            <a:off x="11892084" y="6561525"/>
            <a:ext cx="10043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1" name="Caixa de texto 10">
            <a:extLst>
              <a:ext uri="{FF2B5EF4-FFF2-40B4-BE49-F238E27FC236}">
                <a16:creationId xmlns:a16="http://schemas.microsoft.com/office/drawing/2014/main" xmlns="" id="{110EE18F-610D-4230-BA82-4E5007401ADD}"/>
              </a:ext>
            </a:extLst>
          </p:cNvPr>
          <p:cNvSpPr txBox="1"/>
          <p:nvPr userDrawn="1"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pt-BR" sz="1200" dirty="0" smtClean="0">
                <a:solidFill>
                  <a:schemeClr val="tx2"/>
                </a:solidFill>
                <a:latin typeface="+mj-lt"/>
              </a:rPr>
              <a:t>IMA - IESB</a:t>
            </a:r>
            <a:endParaRPr lang="pt-BR" sz="1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2AF375EA-F235-4EAA-A52F-D6BF0D6EDDCA}"/>
              </a:ext>
            </a:extLst>
          </p:cNvPr>
          <p:cNvSpPr/>
          <p:nvPr userDrawn="1"/>
        </p:nvSpPr>
        <p:spPr>
          <a:xfrm>
            <a:off x="11342875" y="5990144"/>
            <a:ext cx="260512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12192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12192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2D142C1D-78E5-4AD5-BEF3-C015D6E3FEBD}"/>
              </a:ext>
            </a:extLst>
          </p:cNvPr>
          <p:cNvSpPr/>
          <p:nvPr userDrawn="1"/>
        </p:nvSpPr>
        <p:spPr>
          <a:xfrm rot="5400000">
            <a:off x="-3385643" y="3385642"/>
            <a:ext cx="6858001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300D9306-2240-47FF-AA2F-DC7C26A008A4}"/>
              </a:ext>
            </a:extLst>
          </p:cNvPr>
          <p:cNvSpPr/>
          <p:nvPr userDrawn="1"/>
        </p:nvSpPr>
        <p:spPr>
          <a:xfrm rot="5400000">
            <a:off x="8719643" y="3385643"/>
            <a:ext cx="6858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5" r:id="rId8"/>
    <p:sldLayoutId id="2147483684" r:id="rId9"/>
    <p:sldLayoutId id="2147483683" r:id="rId10"/>
    <p:sldLayoutId id="2147483668" r:id="rId11"/>
    <p:sldLayoutId id="2147483682" r:id="rId12"/>
    <p:sldLayoutId id="2147483670" r:id="rId13"/>
    <p:sldLayoutId id="2147483653" r:id="rId14"/>
    <p:sldLayoutId id="2147483673" r:id="rId15"/>
    <p:sldLayoutId id="2147483674" r:id="rId16"/>
    <p:sldLayoutId id="2147483676" r:id="rId17"/>
    <p:sldLayoutId id="2147483677" r:id="rId18"/>
    <p:sldLayoutId id="2147483654" r:id="rId19"/>
    <p:sldLayoutId id="2147483660" r:id="rId20"/>
    <p:sldLayoutId id="2147483661" r:id="rId21"/>
    <p:sldLayoutId id="2147483678" r:id="rId22"/>
    <p:sldLayoutId id="2147483680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7.png"/><Relationship Id="rId4" Type="http://schemas.openxmlformats.org/officeDocument/2006/relationships/image" Target="../media/image15.sv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23.svg"/><Relationship Id="rId10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3.svg"/><Relationship Id="rId7" Type="http://schemas.openxmlformats.org/officeDocument/2006/relationships/image" Target="../media/image17.png"/><Relationship Id="rId12" Type="http://schemas.openxmlformats.org/officeDocument/2006/relationships/image" Target="../media/image3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Relationship Id="rId6" Type="http://schemas.openxmlformats.org/officeDocument/2006/relationships/chart" Target="../charts/chart1.xml"/><Relationship Id="rId11" Type="http://schemas.openxmlformats.org/officeDocument/2006/relationships/image" Target="../media/image12.png"/><Relationship Id="rId5" Type="http://schemas.openxmlformats.org/officeDocument/2006/relationships/image" Target="../media/image45.svg"/><Relationship Id="rId10" Type="http://schemas.openxmlformats.org/officeDocument/2006/relationships/image" Target="../media/image49.svg"/><Relationship Id="rId4" Type="http://schemas.openxmlformats.org/officeDocument/2006/relationships/image" Target="../media/image16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56.svg"/><Relationship Id="rId12" Type="http://schemas.openxmlformats.org/officeDocument/2006/relationships/image" Target="../media/image60.sv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54.svg"/><Relationship Id="rId10" Type="http://schemas.openxmlformats.org/officeDocument/2006/relationships/hyperlink" Target="http://www.fabrikcam.com/" TargetMode="External"/><Relationship Id="rId9" Type="http://schemas.openxmlformats.org/officeDocument/2006/relationships/image" Target="../media/image5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image" Target="../media/image64.sv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Espaço Reservado para Imagem 19" descr="Imagem ampliada de uma árvore&#10;&#10;Descrição gerada com confiança alta">
            <a:extLst>
              <a:ext uri="{FF2B5EF4-FFF2-40B4-BE49-F238E27FC236}">
                <a16:creationId xmlns:a16="http://schemas.microsoft.com/office/drawing/2014/main" xmlns="" id="{3072B96B-8E35-4D15-80A0-1DD4745F75B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7423" y="1778466"/>
            <a:ext cx="5989740" cy="1614881"/>
          </a:xfrm>
        </p:spPr>
        <p:txBody>
          <a:bodyPr rtlCol="0"/>
          <a:lstStyle/>
          <a:p>
            <a:r>
              <a:rPr lang="pt-BR" dirty="0" smtClean="0">
                <a:latin typeface="Segoe UI" panose="020B0502040204020203" pitchFamily="34" charset="0"/>
              </a:rPr>
              <a:t>Sistema </a:t>
            </a:r>
            <a:r>
              <a:rPr lang="pt-BR" dirty="0">
                <a:latin typeface="Segoe UI" panose="020B0502040204020203" pitchFamily="34" charset="0"/>
              </a:rPr>
              <a:t>Inteligente de Irrigação </a:t>
            </a:r>
            <a:r>
              <a:rPr lang="pt-BR" dirty="0" smtClean="0">
                <a:latin typeface="Segoe UI" panose="020B0502040204020203" pitchFamily="34" charset="0"/>
              </a:rPr>
              <a:t>Automatizada</a:t>
            </a:r>
            <a:endParaRPr lang="pt-BR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xmlns="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7423" y="3393347"/>
            <a:ext cx="5989740" cy="936000"/>
          </a:xfrm>
        </p:spPr>
        <p:txBody>
          <a:bodyPr rtlCol="0"/>
          <a:lstStyle/>
          <a:p>
            <a:r>
              <a:rPr lang="pt-BR" dirty="0">
                <a:latin typeface="Segoe UI" panose="020B0502040204020203" pitchFamily="34" charset="0"/>
              </a:rPr>
              <a:t>Irrigação inteligente orientada por dados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ço Reservado para Imagem 13" descr="Uma imagem com natureza&#10;&#10;Descrição gerada com confiança alta">
            <a:extLst>
              <a:ext uri="{FF2B5EF4-FFF2-40B4-BE49-F238E27FC236}">
                <a16:creationId xmlns:a16="http://schemas.microsoft.com/office/drawing/2014/main" xmlns="" id="{2DD80BD6-4966-4B27-A63C-89B71D8967E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000" y="86714"/>
            <a:ext cx="6009285" cy="3977285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00" y="4063999"/>
            <a:ext cx="6012000" cy="863601"/>
          </a:xfrm>
        </p:spPr>
        <p:txBody>
          <a:bodyPr rtlCol="0"/>
          <a:lstStyle/>
          <a:p>
            <a:pPr rtl="0"/>
            <a:r>
              <a:rPr lang="pt-BR" dirty="0" smtClean="0"/>
              <a:t>Sobre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 smtClean="0"/>
              <a:t>Ivan Meireles de Abreu</a:t>
            </a:r>
          </a:p>
          <a:p>
            <a:pPr rtl="0"/>
            <a:r>
              <a:rPr lang="pt-BR" dirty="0" smtClean="0"/>
              <a:t>Projeto Integrador Aplicado II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pt-BR" sz="4400" dirty="0" smtClean="0"/>
              <a:t>Planto</a:t>
            </a:r>
            <a:endParaRPr lang="pt-BR" sz="4400" dirty="0"/>
          </a:p>
          <a:p>
            <a:pPr marL="0" indent="0">
              <a:buNone/>
            </a:pPr>
            <a:r>
              <a:rPr lang="pt-BR" dirty="0" smtClean="0"/>
              <a:t>Automação</a:t>
            </a:r>
            <a:r>
              <a:rPr lang="pt-BR" dirty="0"/>
              <a:t>, monitoramento e análise para </a:t>
            </a:r>
            <a:r>
              <a:rPr lang="pt-BR" dirty="0" smtClean="0"/>
              <a:t>irrigação</a:t>
            </a:r>
            <a:endParaRPr lang="pt-BR" dirty="0"/>
          </a:p>
        </p:txBody>
      </p:sp>
      <p:grpSp>
        <p:nvGrpSpPr>
          <p:cNvPr id="46" name="Grupo 45" title="grupo de triângulos">
            <a:extLst>
              <a:ext uri="{FF2B5EF4-FFF2-40B4-BE49-F238E27FC236}">
                <a16:creationId xmlns:a16="http://schemas.microsoft.com/office/drawing/2014/main" xmlns="" id="{62DF6AE8-6133-4C1E-91DD-755705ACF0F1}"/>
              </a:ext>
            </a:extLst>
          </p:cNvPr>
          <p:cNvGrpSpPr/>
          <p:nvPr/>
        </p:nvGrpSpPr>
        <p:grpSpPr>
          <a:xfrm>
            <a:off x="9862160" y="831132"/>
            <a:ext cx="1850209" cy="1915995"/>
            <a:chOff x="9862160" y="831132"/>
            <a:chExt cx="1850209" cy="1915995"/>
          </a:xfrm>
        </p:grpSpPr>
        <p:sp>
          <p:nvSpPr>
            <p:cNvPr id="16" name="Forma livre: Forma 15" title="triângulos">
              <a:extLst>
                <a:ext uri="{FF2B5EF4-FFF2-40B4-BE49-F238E27FC236}">
                  <a16:creationId xmlns:a16="http://schemas.microsoft.com/office/drawing/2014/main" xmlns="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7" name="Forma livre: Forma 16" title="triângulos">
              <a:extLst>
                <a:ext uri="{FF2B5EF4-FFF2-40B4-BE49-F238E27FC236}">
                  <a16:creationId xmlns:a16="http://schemas.microsoft.com/office/drawing/2014/main" xmlns="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8" name="Forma livre: Forma 17" title="triângulos">
              <a:extLst>
                <a:ext uri="{FF2B5EF4-FFF2-40B4-BE49-F238E27FC236}">
                  <a16:creationId xmlns:a16="http://schemas.microsoft.com/office/drawing/2014/main" xmlns="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9" name="Forma livre: Forma 18" title="triângulos">
              <a:extLst>
                <a:ext uri="{FF2B5EF4-FFF2-40B4-BE49-F238E27FC236}">
                  <a16:creationId xmlns:a16="http://schemas.microsoft.com/office/drawing/2014/main" xmlns="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0" name="Forma livre: Forma 19" title="triângulos">
              <a:extLst>
                <a:ext uri="{FF2B5EF4-FFF2-40B4-BE49-F238E27FC236}">
                  <a16:creationId xmlns:a16="http://schemas.microsoft.com/office/drawing/2014/main" xmlns="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1" name="Forma livre: Forma 20" title="triângulos">
              <a:extLst>
                <a:ext uri="{FF2B5EF4-FFF2-40B4-BE49-F238E27FC236}">
                  <a16:creationId xmlns:a16="http://schemas.microsoft.com/office/drawing/2014/main" xmlns="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2" name="Forma livre: Forma 21" title="triângulos">
              <a:extLst>
                <a:ext uri="{FF2B5EF4-FFF2-40B4-BE49-F238E27FC236}">
                  <a16:creationId xmlns:a16="http://schemas.microsoft.com/office/drawing/2014/main" xmlns="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3" name="Forma livre: Forma 22" title="triângulos">
              <a:extLst>
                <a:ext uri="{FF2B5EF4-FFF2-40B4-BE49-F238E27FC236}">
                  <a16:creationId xmlns:a16="http://schemas.microsoft.com/office/drawing/2014/main" xmlns="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4" name="Forma livre: Forma 23" title="triângulos">
              <a:extLst>
                <a:ext uri="{FF2B5EF4-FFF2-40B4-BE49-F238E27FC236}">
                  <a16:creationId xmlns:a16="http://schemas.microsoft.com/office/drawing/2014/main" xmlns="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5" name="Forma livre: Forma 24" title="triângulos">
              <a:extLst>
                <a:ext uri="{FF2B5EF4-FFF2-40B4-BE49-F238E27FC236}">
                  <a16:creationId xmlns:a16="http://schemas.microsoft.com/office/drawing/2014/main" xmlns="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6" name="Forma livre: Forma 25" title="triângulos">
              <a:extLst>
                <a:ext uri="{FF2B5EF4-FFF2-40B4-BE49-F238E27FC236}">
                  <a16:creationId xmlns:a16="http://schemas.microsoft.com/office/drawing/2014/main" xmlns="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7" name="Forma livre: Forma 26" title="triângulos">
              <a:extLst>
                <a:ext uri="{FF2B5EF4-FFF2-40B4-BE49-F238E27FC236}">
                  <a16:creationId xmlns:a16="http://schemas.microsoft.com/office/drawing/2014/main" xmlns="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8" name="Forma livre: Forma 27" title="triângulos">
              <a:extLst>
                <a:ext uri="{FF2B5EF4-FFF2-40B4-BE49-F238E27FC236}">
                  <a16:creationId xmlns:a16="http://schemas.microsoft.com/office/drawing/2014/main" xmlns="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9" name="Forma livre: Forma 28" title="triângulos">
              <a:extLst>
                <a:ext uri="{FF2B5EF4-FFF2-40B4-BE49-F238E27FC236}">
                  <a16:creationId xmlns:a16="http://schemas.microsoft.com/office/drawing/2014/main" xmlns="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xmlns="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 smtClean="0"/>
              <a:t>Motivação</a:t>
            </a:r>
            <a:endParaRPr lang="pt-BR" dirty="0"/>
          </a:p>
        </p:txBody>
      </p:sp>
      <p:pic>
        <p:nvPicPr>
          <p:cNvPr id="67" name="Espaço Reservado para Imagem 66" descr="Nuvem">
            <a:extLst>
              <a:ext uri="{FF2B5EF4-FFF2-40B4-BE49-F238E27FC236}">
                <a16:creationId xmlns:a16="http://schemas.microsoft.com/office/drawing/2014/main" xmlns="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xmlns="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 dirty="0" smtClean="0"/>
              <a:t>Irrigação na Lavoura</a:t>
            </a:r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xmlns="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r>
              <a:rPr lang="pt-BR" dirty="0" smtClean="0"/>
              <a:t>Uso </a:t>
            </a:r>
            <a:r>
              <a:rPr lang="pt-BR" dirty="0"/>
              <a:t>ineficiente de água na </a:t>
            </a:r>
            <a:r>
              <a:rPr lang="pt-BR" dirty="0" smtClean="0"/>
              <a:t>irrigação</a:t>
            </a:r>
            <a:endParaRPr lang="pt-BR" dirty="0"/>
          </a:p>
        </p:txBody>
      </p:sp>
      <p:cxnSp>
        <p:nvCxnSpPr>
          <p:cNvPr id="75" name="Conector reto 74" descr="Primeira linha divisória no slide">
            <a:extLst>
              <a:ext uri="{FF2B5EF4-FFF2-40B4-BE49-F238E27FC236}">
                <a16:creationId xmlns:a16="http://schemas.microsoft.com/office/drawing/2014/main" xmlns="" id="{1D5BA55A-3253-4F3B-A32A-5A12ECE65A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59047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9" name="Espaço Reservado para Imagem 158" descr="Cacto">
            <a:extLst>
              <a:ext uri="{FF2B5EF4-FFF2-40B4-BE49-F238E27FC236}">
                <a16:creationId xmlns:a16="http://schemas.microsoft.com/office/drawing/2014/main" xmlns="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/>
        </p:blipFill>
        <p:spPr/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xmlns="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pt-BR" dirty="0" smtClean="0"/>
              <a:t>Monitoramento do Solo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r>
              <a:rPr lang="pt-BR" dirty="0"/>
              <a:t>Falta de monitoramento contínuo do solo</a:t>
            </a:r>
            <a:endParaRPr lang="pt-BR" dirty="0"/>
          </a:p>
        </p:txBody>
      </p:sp>
      <p:cxnSp>
        <p:nvCxnSpPr>
          <p:cNvPr id="77" name="Conector reto 76" descr="Segunda linha divisória no slide">
            <a:extLst>
              <a:ext uri="{FF2B5EF4-FFF2-40B4-BE49-F238E27FC236}">
                <a16:creationId xmlns:a16="http://schemas.microsoft.com/office/drawing/2014/main" xmlns="" id="{50250EBA-885D-4E6F-B841-92A9B8FBBB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53541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1" name="Espaço Reservado para Imagem 160" descr="Termômetro">
            <a:extLst>
              <a:ext uri="{FF2B5EF4-FFF2-40B4-BE49-F238E27FC236}">
                <a16:creationId xmlns:a16="http://schemas.microsoft.com/office/drawing/2014/main" xmlns="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/>
      </p:pic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pt-BR" dirty="0" smtClean="0"/>
              <a:t>Soluções em dados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r>
              <a:rPr lang="pt-BR" dirty="0"/>
              <a:t>Necessidade de soluções automatizadas e orientadas por dados</a:t>
            </a:r>
            <a:endParaRPr lang="pt-BR" dirty="0"/>
          </a:p>
        </p:txBody>
      </p:sp>
      <p:cxnSp>
        <p:nvCxnSpPr>
          <p:cNvPr id="78" name="Conector reto 77" descr="Terceira linha divisória no slide">
            <a:extLst>
              <a:ext uri="{FF2B5EF4-FFF2-40B4-BE49-F238E27FC236}">
                <a16:creationId xmlns:a16="http://schemas.microsoft.com/office/drawing/2014/main" xmlns="" id="{29488879-6129-4D02-B173-36635DF61BC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48035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xmlns="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768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 </a:t>
            </a:r>
            <a:r>
              <a:rPr lang="pt-BR" dirty="0" smtClean="0"/>
              <a:t>Solução – Sistema IOT - Planto</a:t>
            </a:r>
            <a:endParaRPr lang="pt-BR" dirty="0"/>
          </a:p>
        </p:txBody>
      </p:sp>
      <p:pic>
        <p:nvPicPr>
          <p:cNvPr id="93" name="Espaço Reservado para Imagem 92" descr="lupa">
            <a:extLst>
              <a:ext uri="{FF2B5EF4-FFF2-40B4-BE49-F238E27FC236}">
                <a16:creationId xmlns:a16="http://schemas.microsoft.com/office/drawing/2014/main" xmlns="" id="{EAF3579C-5F54-BD44-AD76-C07BBA5EFEA7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xmlns="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 dirty="0" smtClean="0"/>
              <a:t>Monitorar</a:t>
            </a:r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xmlns="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r>
              <a:rPr lang="pt-BR" dirty="0"/>
              <a:t>Monitorar a umidade do solo</a:t>
            </a:r>
            <a:endParaRPr lang="pt-BR" dirty="0"/>
          </a:p>
        </p:txBody>
      </p:sp>
      <p:cxnSp>
        <p:nvCxnSpPr>
          <p:cNvPr id="75" name="Conector reto 74" descr="Primeira linha divisória no slide">
            <a:extLst>
              <a:ext uri="{FF2B5EF4-FFF2-40B4-BE49-F238E27FC236}">
                <a16:creationId xmlns:a16="http://schemas.microsoft.com/office/drawing/2014/main" xmlns="" id="{1D5BA55A-3253-4F3B-A32A-5A12ECE65A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59047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Espaço Reservado para Imagem 94" descr="folhagem">
            <a:extLst>
              <a:ext uri="{FF2B5EF4-FFF2-40B4-BE49-F238E27FC236}">
                <a16:creationId xmlns:a16="http://schemas.microsoft.com/office/drawing/2014/main" xmlns="" id="{1B98F2ED-22A7-8047-A12B-3AE19B270198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xmlns="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pt-BR" dirty="0" smtClean="0"/>
              <a:t>Automatizar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r>
              <a:rPr lang="pt-BR" dirty="0"/>
              <a:t>Automatizar a irrigação</a:t>
            </a:r>
            <a:endParaRPr lang="pt-BR" dirty="0"/>
          </a:p>
        </p:txBody>
      </p:sp>
      <p:cxnSp>
        <p:nvCxnSpPr>
          <p:cNvPr id="77" name="Conector reto 76" descr="Segunda linha divisória no slide">
            <a:extLst>
              <a:ext uri="{FF2B5EF4-FFF2-40B4-BE49-F238E27FC236}">
                <a16:creationId xmlns:a16="http://schemas.microsoft.com/office/drawing/2014/main" xmlns="" id="{50250EBA-885D-4E6F-B841-92A9B8FBBB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53541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pt-BR" dirty="0" smtClean="0"/>
              <a:t>Registrar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r>
              <a:rPr lang="pt-BR" dirty="0"/>
              <a:t>Registrar dados para análise futura</a:t>
            </a:r>
            <a:endParaRPr lang="pt-BR" dirty="0"/>
          </a:p>
        </p:txBody>
      </p:sp>
      <p:pic>
        <p:nvPicPr>
          <p:cNvPr id="12" name="Espaço Reservado para Imagem 11" descr="imagem aérea de árvores, floresta">
            <a:extLst>
              <a:ext uri="{FF2B5EF4-FFF2-40B4-BE49-F238E27FC236}">
                <a16:creationId xmlns:a16="http://schemas.microsoft.com/office/drawing/2014/main" xmlns="" id="{8DE8CF4E-7F06-3246-808D-A52256A2A35C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7"/>
          <a:srcRect l="93" r="93"/>
          <a:stretch>
            <a:fillRect/>
          </a:stretch>
        </p:blipFill>
        <p:spPr/>
      </p:pic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xmlns="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/>
              <a:t>4</a:t>
            </a:fld>
            <a:endParaRPr lang="pt-BR" dirty="0"/>
          </a:p>
        </p:txBody>
      </p:sp>
      <p:pic>
        <p:nvPicPr>
          <p:cNvPr id="16" name="Espaço Reservado para Imagem 74" descr="rede">
            <a:extLst>
              <a:ext uri="{FF2B5EF4-FFF2-40B4-BE49-F238E27FC236}">
                <a16:creationId xmlns:a16="http://schemas.microsoft.com/office/drawing/2014/main" xmlns="" id="{2259C1B6-6592-CA47-8223-67E45CA2A8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rcRect/>
          <a:stretch>
            <a:fillRect/>
          </a:stretch>
        </p:blipFill>
        <p:spPr>
          <a:xfrm>
            <a:off x="5754993" y="2449916"/>
            <a:ext cx="691688" cy="69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6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 descr="água, ondas, costa arenosa">
            <a:extLst>
              <a:ext uri="{FF2B5EF4-FFF2-40B4-BE49-F238E27FC236}">
                <a16:creationId xmlns:a16="http://schemas.microsoft.com/office/drawing/2014/main" xmlns="" id="{3C93D08A-A6C3-0E48-9CD7-3960B2A050BE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/>
          <a:srcRect t="89" b="89"/>
          <a:stretch>
            <a:fillRect/>
          </a:stretch>
        </p:blipFill>
        <p:spPr>
          <a:xfrm>
            <a:off x="105351" y="496139"/>
            <a:ext cx="6208364" cy="627514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Escopo do Projeto</a:t>
            </a:r>
            <a:endParaRPr lang="pt-BR" dirty="0"/>
          </a:p>
        </p:txBody>
      </p:sp>
      <p:pic>
        <p:nvPicPr>
          <p:cNvPr id="71" name="Espaço Reservado para Imagem 70" descr="link">
            <a:extLst>
              <a:ext uri="{FF2B5EF4-FFF2-40B4-BE49-F238E27FC236}">
                <a16:creationId xmlns:a16="http://schemas.microsoft.com/office/drawing/2014/main" xmlns="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xmlns="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 dirty="0" smtClean="0"/>
              <a:t>Sensores</a:t>
            </a:r>
            <a:endParaRPr lang="pt-BR" dirty="0"/>
          </a:p>
        </p:txBody>
      </p:sp>
      <p:sp>
        <p:nvSpPr>
          <p:cNvPr id="78" name="Espaço Reservado para Texto 12">
            <a:extLst>
              <a:ext uri="{FF2B5EF4-FFF2-40B4-BE49-F238E27FC236}">
                <a16:creationId xmlns:a16="http://schemas.microsoft.com/office/drawing/2014/main" xmlns="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53702" y="1654716"/>
            <a:ext cx="2958667" cy="1132636"/>
          </a:xfrm>
        </p:spPr>
        <p:txBody>
          <a:bodyPr rtlCol="0"/>
          <a:lstStyle/>
          <a:p>
            <a:endParaRPr lang="pt-BR" dirty="0"/>
          </a:p>
          <a:p>
            <a:r>
              <a:rPr lang="pt-BR" dirty="0"/>
              <a:t>Sistema </a:t>
            </a:r>
            <a:r>
              <a:rPr lang="pt-BR" dirty="0" err="1"/>
              <a:t>IoT</a:t>
            </a:r>
            <a:r>
              <a:rPr lang="pt-BR" dirty="0"/>
              <a:t> com sensor de umidade</a:t>
            </a:r>
          </a:p>
          <a:p>
            <a:r>
              <a:rPr lang="pt-BR" dirty="0"/>
              <a:t>Controle </a:t>
            </a:r>
            <a:r>
              <a:rPr lang="pt-BR" dirty="0" smtClean="0"/>
              <a:t>automático da bomba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xmlns="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r>
              <a:rPr lang="pt-BR" dirty="0"/>
              <a:t>API de Rede</a:t>
            </a:r>
          </a:p>
          <a:p>
            <a:pPr rtl="0"/>
            <a:endParaRPr lang="pt-BR" dirty="0"/>
          </a:p>
        </p:txBody>
      </p:sp>
      <p:sp>
        <p:nvSpPr>
          <p:cNvPr id="76" name="Espaço Reservado para Texto 3">
            <a:extLst>
              <a:ext uri="{FF2B5EF4-FFF2-40B4-BE49-F238E27FC236}">
                <a16:creationId xmlns:a16="http://schemas.microsoft.com/office/drawing/2014/main" xmlns="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8283" y="3301993"/>
            <a:ext cx="2001317" cy="720000"/>
          </a:xfrm>
        </p:spPr>
        <p:txBody>
          <a:bodyPr rtlCol="0"/>
          <a:lstStyle/>
          <a:p>
            <a:r>
              <a:rPr lang="pt-BR" dirty="0" smtClean="0"/>
              <a:t>Comunicação </a:t>
            </a:r>
            <a:r>
              <a:rPr lang="pt-BR" dirty="0"/>
              <a:t>com </a:t>
            </a:r>
            <a:r>
              <a:rPr lang="pt-BR" dirty="0" err="1"/>
              <a:t>backend</a:t>
            </a:r>
            <a:r>
              <a:rPr lang="pt-BR" dirty="0"/>
              <a:t> via API</a:t>
            </a:r>
          </a:p>
          <a:p>
            <a:endParaRPr lang="pt-BR" dirty="0"/>
          </a:p>
        </p:txBody>
      </p:sp>
      <p:cxnSp>
        <p:nvCxnSpPr>
          <p:cNvPr id="80" name="Conector reto 79" descr="Segunda linha divisória no slide">
            <a:extLst>
              <a:ext uri="{FF2B5EF4-FFF2-40B4-BE49-F238E27FC236}">
                <a16:creationId xmlns:a16="http://schemas.microsoft.com/office/drawing/2014/main" xmlns="" id="{71E28D1F-12FD-4E24-882A-D251729038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768283" y="4109914"/>
            <a:ext cx="237868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Espaço Reservado para Imagem 74" descr="rede">
            <a:extLst>
              <a:ext uri="{FF2B5EF4-FFF2-40B4-BE49-F238E27FC236}">
                <a16:creationId xmlns:a16="http://schemas.microsoft.com/office/drawing/2014/main" xmlns="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rcRect/>
          <a:stretch>
            <a:fillRect/>
          </a:stretch>
        </p:blipFill>
        <p:spPr>
          <a:xfrm>
            <a:off x="7421356" y="3250447"/>
            <a:ext cx="691688" cy="691688"/>
          </a:xfrm>
        </p:spPr>
      </p:pic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r>
              <a:rPr lang="pt-BR" dirty="0" smtClean="0"/>
              <a:t>Armazenamento</a:t>
            </a:r>
            <a:endParaRPr lang="pt-BR" dirty="0"/>
          </a:p>
          <a:p>
            <a:pPr rtl="0"/>
            <a:endParaRPr lang="pt-BR" dirty="0"/>
          </a:p>
        </p:txBody>
      </p:sp>
      <p:sp>
        <p:nvSpPr>
          <p:cNvPr id="77" name="Espaço Reservado para Texto 4">
            <a:extLst>
              <a:ext uri="{FF2B5EF4-FFF2-40B4-BE49-F238E27FC236}">
                <a16:creationId xmlns:a16="http://schemas.microsoft.com/office/drawing/2014/main" xmlns="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8283" y="4866629"/>
            <a:ext cx="2884025" cy="720000"/>
          </a:xfrm>
        </p:spPr>
        <p:txBody>
          <a:bodyPr rtlCol="0"/>
          <a:lstStyle/>
          <a:p>
            <a:r>
              <a:rPr lang="pt-BR" dirty="0"/>
              <a:t>Armazenamento dos dados em banco de </a:t>
            </a:r>
            <a:r>
              <a:rPr lang="pt-BR" dirty="0" smtClean="0"/>
              <a:t>dados</a:t>
            </a: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xmlns="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/>
              <a:t>5</a:t>
            </a:fld>
            <a:endParaRPr lang="pt-BR" dirty="0"/>
          </a:p>
        </p:txBody>
      </p:sp>
      <p:pic>
        <p:nvPicPr>
          <p:cNvPr id="16" name="Espaço Reservado para Imagem 36" descr="Livros">
            <a:extLst>
              <a:ext uri="{FF2B5EF4-FFF2-40B4-BE49-F238E27FC236}">
                <a16:creationId xmlns:a16="http://schemas.microsoft.com/office/drawing/2014/main" xmlns="" id="{A3A82211-756C-4184-979C-5420002F807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/>
          <a:stretch/>
        </p:blipFill>
        <p:spPr>
          <a:xfrm>
            <a:off x="7380759" y="4813747"/>
            <a:ext cx="772882" cy="77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96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xmlns="" id="{68F35FE5-0290-47F2-B7E6-3CC40E48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 smtClean="0"/>
              <a:t>Escopo </a:t>
            </a:r>
            <a:r>
              <a:rPr lang="pt-BR" dirty="0"/>
              <a:t>voltado a Dados</a:t>
            </a:r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xmlns="" id="{841DD5B3-8651-4B9B-A7E5-6560B2FD9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32" y="1313531"/>
            <a:ext cx="2951603" cy="2196235"/>
          </a:xfrm>
        </p:spPr>
        <p:txBody>
          <a:bodyPr rtlCol="0"/>
          <a:lstStyle/>
          <a:p>
            <a:r>
              <a:rPr lang="pt-BR" dirty="0"/>
              <a:t>Coleta contínua de dados do ambiente</a:t>
            </a:r>
          </a:p>
          <a:p>
            <a:r>
              <a:rPr lang="pt-BR" dirty="0"/>
              <a:t>Armazenamento estruturado no banco de </a:t>
            </a:r>
            <a:r>
              <a:rPr lang="pt-BR" dirty="0" smtClean="0"/>
              <a:t>dados</a:t>
            </a:r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E1B34DAC-653D-4287-8375-0858E3DB01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332" y="3744658"/>
            <a:ext cx="2951163" cy="2322709"/>
          </a:xfrm>
        </p:spPr>
        <p:txBody>
          <a:bodyPr rtlCol="0"/>
          <a:lstStyle/>
          <a:p>
            <a:pPr marL="0" indent="0" rtl="0">
              <a:buNone/>
            </a:pPr>
            <a:r>
              <a:rPr lang="pt-BR" dirty="0" smtClean="0"/>
              <a:t>Histórico</a:t>
            </a:r>
            <a:endParaRPr lang="pt-BR" dirty="0"/>
          </a:p>
          <a:p>
            <a:pPr rtl="0"/>
            <a:r>
              <a:rPr lang="pt-BR" sz="1200" dirty="0" smtClean="0"/>
              <a:t>Umidade do solo</a:t>
            </a:r>
            <a:endParaRPr lang="pt-BR" sz="1200" dirty="0"/>
          </a:p>
          <a:p>
            <a:pPr rtl="0"/>
            <a:r>
              <a:rPr lang="pt-BR" sz="1200" dirty="0" smtClean="0"/>
              <a:t>Horários de Irrigação</a:t>
            </a:r>
          </a:p>
          <a:p>
            <a:pPr rtl="0"/>
            <a:r>
              <a:rPr lang="pt-BR" sz="1200" dirty="0" smtClean="0"/>
              <a:t>Comandos enviados e executados</a:t>
            </a:r>
            <a:endParaRPr lang="pt-BR" sz="1200" dirty="0"/>
          </a:p>
        </p:txBody>
      </p:sp>
      <p:pic>
        <p:nvPicPr>
          <p:cNvPr id="17" name="Espaço Reservado para Imagem 16" descr="Imagem com água, esporte aquático, esporte, ar livre&#10;&#10;Descrição gerada com confiança alta">
            <a:extLst>
              <a:ext uri="{FF2B5EF4-FFF2-40B4-BE49-F238E27FC236}">
                <a16:creationId xmlns:a16="http://schemas.microsoft.com/office/drawing/2014/main" xmlns="" id="{3B6B24E4-D6F2-45A2-990E-B855C75B71B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2796" y="1376357"/>
            <a:ext cx="6333545" cy="4379625"/>
          </a:xfrm>
        </p:spPr>
      </p:pic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xmlns="" id="{48AB8A96-4ECB-445D-90F1-4C7E558D2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7378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 descr="Imagem do painel esquerdo">
            <a:extLst>
              <a:ext uri="{FF2B5EF4-FFF2-40B4-BE49-F238E27FC236}">
                <a16:creationId xmlns:a16="http://schemas.microsoft.com/office/drawing/2014/main" xmlns="" id="{ED8B39DD-303E-47F7-92C7-94E7D5FCB9F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714" y="86714"/>
            <a:ext cx="6009285" cy="6684572"/>
          </a:xfr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pt-BR" dirty="0" smtClean="0"/>
              <a:t>Banco </a:t>
            </a:r>
            <a:r>
              <a:rPr lang="pt-BR" dirty="0"/>
              <a:t>de Dados</a:t>
            </a:r>
            <a:endParaRPr lang="pt-BR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xmlns="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0903" y="4178192"/>
            <a:ext cx="6009287" cy="2250248"/>
          </a:xfrm>
        </p:spPr>
        <p:txBody>
          <a:bodyPr rtlCol="0"/>
          <a:lstStyle/>
          <a:p>
            <a:r>
              <a:rPr lang="pt-BR" dirty="0"/>
              <a:t>Persistência de dados para análises </a:t>
            </a:r>
            <a:r>
              <a:rPr lang="pt-BR" dirty="0" smtClean="0"/>
              <a:t>futuras:</a:t>
            </a:r>
          </a:p>
          <a:p>
            <a:r>
              <a:rPr lang="pt-BR" dirty="0" smtClean="0"/>
              <a:t>Monitoramento, </a:t>
            </a:r>
            <a:endParaRPr lang="pt-BR" dirty="0"/>
          </a:p>
          <a:p>
            <a:r>
              <a:rPr lang="pt-BR" dirty="0" smtClean="0"/>
              <a:t>Auditoria, Evolução </a:t>
            </a:r>
            <a:r>
              <a:rPr lang="pt-BR" dirty="0"/>
              <a:t>do </a:t>
            </a:r>
            <a:r>
              <a:rPr lang="pt-BR" dirty="0" smtClean="0"/>
              <a:t>sistema,</a:t>
            </a:r>
            <a:endParaRPr lang="pt-BR" dirty="0"/>
          </a:p>
          <a:p>
            <a:r>
              <a:rPr lang="pt-BR" dirty="0"/>
              <a:t>Suporte a </a:t>
            </a:r>
            <a:r>
              <a:rPr lang="pt-BR" dirty="0" err="1"/>
              <a:t>dashboards</a:t>
            </a:r>
            <a:r>
              <a:rPr lang="pt-BR" dirty="0"/>
              <a:t> e relatório</a:t>
            </a:r>
            <a:endParaRPr lang="pt-BR" dirty="0"/>
          </a:p>
        </p:txBody>
      </p:sp>
      <p:grpSp>
        <p:nvGrpSpPr>
          <p:cNvPr id="60" name="Grupo 59" title="forma geométrica">
            <a:extLst>
              <a:ext uri="{FF2B5EF4-FFF2-40B4-BE49-F238E27FC236}">
                <a16:creationId xmlns:a16="http://schemas.microsoft.com/office/drawing/2014/main" xmlns="" id="{502D7333-D43E-4F9D-B14F-59FA693F743A}"/>
              </a:ext>
            </a:extLst>
          </p:cNvPr>
          <p:cNvGrpSpPr/>
          <p:nvPr/>
        </p:nvGrpSpPr>
        <p:grpSpPr>
          <a:xfrm>
            <a:off x="8203224" y="-109"/>
            <a:ext cx="3081180" cy="3011457"/>
            <a:chOff x="8203224" y="-109"/>
            <a:chExt cx="3081180" cy="3011457"/>
          </a:xfrm>
        </p:grpSpPr>
        <p:sp>
          <p:nvSpPr>
            <p:cNvPr id="50" name="Forma livre: Forma 13">
              <a:extLst>
                <a:ext uri="{FF2B5EF4-FFF2-40B4-BE49-F238E27FC236}">
                  <a16:creationId xmlns:a16="http://schemas.microsoft.com/office/drawing/2014/main" xmlns="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xmlns="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52" name="Forma livre: Forma 17">
              <a:extLst>
                <a:ext uri="{FF2B5EF4-FFF2-40B4-BE49-F238E27FC236}">
                  <a16:creationId xmlns:a16="http://schemas.microsoft.com/office/drawing/2014/main" xmlns="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53" name="Forma livre: Forma 19">
              <a:extLst>
                <a:ext uri="{FF2B5EF4-FFF2-40B4-BE49-F238E27FC236}">
                  <a16:creationId xmlns:a16="http://schemas.microsoft.com/office/drawing/2014/main" xmlns="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54" name="Forma livre: Forma 23">
              <a:extLst>
                <a:ext uri="{FF2B5EF4-FFF2-40B4-BE49-F238E27FC236}">
                  <a16:creationId xmlns:a16="http://schemas.microsoft.com/office/drawing/2014/main" xmlns="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xmlns="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xmlns="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726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xmlns="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3569703" cy="432000"/>
          </a:xfrm>
        </p:spPr>
        <p:txBody>
          <a:bodyPr rtlCol="0"/>
          <a:lstStyle/>
          <a:p>
            <a:pPr rtl="0"/>
            <a:r>
              <a:rPr lang="pt-BR" dirty="0" smtClean="0"/>
              <a:t>Modelo BD</a:t>
            </a:r>
            <a:endParaRPr lang="pt-BR" dirty="0"/>
          </a:p>
        </p:txBody>
      </p:sp>
      <p:cxnSp>
        <p:nvCxnSpPr>
          <p:cNvPr id="26" name="Conector reto 25" descr="Primeira linha divisória no slide">
            <a:extLst>
              <a:ext uri="{FF2B5EF4-FFF2-40B4-BE49-F238E27FC236}">
                <a16:creationId xmlns:a16="http://schemas.microsoft.com/office/drawing/2014/main" xmlns="" id="{52BF77C5-A7CF-41B3-839E-3BF2943DD0C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26292" y="2033542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 descr="Segunda linha divisória no slide">
            <a:extLst>
              <a:ext uri="{FF2B5EF4-FFF2-40B4-BE49-F238E27FC236}">
                <a16:creationId xmlns:a16="http://schemas.microsoft.com/office/drawing/2014/main" xmlns="" id="{4C7F0FBB-8F7E-4809-AA84-4F77D116439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5384" y="2033542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xmlns="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/>
              <a:t>8</a:t>
            </a:fld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03" y="410818"/>
            <a:ext cx="5466390" cy="622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4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Possibilidades Futuras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xmlns="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r>
              <a:rPr lang="pt-BR" dirty="0"/>
              <a:t>Análise exploratória de dados</a:t>
            </a:r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xmlns="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/>
          <a:p>
            <a:r>
              <a:rPr lang="pt-BR" dirty="0"/>
              <a:t>Modelos preditivos de </a:t>
            </a:r>
            <a:r>
              <a:rPr lang="pt-BR" dirty="0" smtClean="0"/>
              <a:t>irrigação</a:t>
            </a:r>
            <a:endParaRPr lang="pt-BR" dirty="0"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Utilização do histórico de umidade do solo e eventos de irrigação para treinar modelos preditivos..</a:t>
            </a:r>
            <a:endParaRPr lang="pt-BR" dirty="0"/>
          </a:p>
          <a:p>
            <a:r>
              <a:rPr lang="pt-BR" dirty="0"/>
              <a:t>Estimativa antecipada da necessidade de irrigação, reduzindo acionamentos desnecessários e melhorando a eficiência do sistema.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xmlns="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/>
          <a:p>
            <a:r>
              <a:rPr lang="pt-BR" dirty="0"/>
              <a:t>Otimização do consumo de água</a:t>
            </a:r>
            <a:endParaRPr lang="pt-BR" dirty="0">
              <a:latin typeface="+mn-lt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r>
              <a:rPr lang="pt-BR" dirty="0"/>
              <a:t>Análise dos dados coletados para identificar padrões de uso e desperdício de água..</a:t>
            </a:r>
            <a:endParaRPr lang="pt-BR" dirty="0"/>
          </a:p>
          <a:p>
            <a:r>
              <a:rPr lang="pt-BR" dirty="0"/>
              <a:t>Ajuste automático dos parâmetros de irrigação com base em dados históricos, promovendo uso mais racional dos recursos hídricos.</a:t>
            </a:r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FCAA0F0E-6B7F-4145-A8E2-90DC4D67578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r>
              <a:rPr lang="pt-BR" dirty="0"/>
              <a:t>Integração com outros sensores ambientais</a:t>
            </a:r>
            <a:endParaRPr lang="pt-BR" sz="1400" dirty="0">
              <a:latin typeface="+mn-lt"/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xmlns="" id="{4B29415E-FF87-4959-B427-0EA155C16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r>
              <a:rPr lang="pt-BR" dirty="0"/>
              <a:t>Expansão do sistema para integração com sensores de temperatura, umidade do ar, luminosidade e pluviosidade</a:t>
            </a:r>
            <a:r>
              <a:rPr lang="pt-BR" dirty="0" smtClean="0"/>
              <a:t>.</a:t>
            </a:r>
            <a:endParaRPr lang="pt-BR" dirty="0"/>
          </a:p>
          <a:p>
            <a:r>
              <a:rPr lang="pt-BR" dirty="0"/>
              <a:t>Enriquecimento da base de dados, permitindo análises mais completas do ambiente e suporte a decisões mais inteligentes.</a:t>
            </a:r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xmlns="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5933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7B49E91-9331-4D7D-9534-00A6BAB6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Tecnologias Utilizadas</a:t>
            </a:r>
            <a:endParaRPr lang="pt-BR" dirty="0"/>
          </a:p>
        </p:txBody>
      </p:sp>
      <p:grpSp>
        <p:nvGrpSpPr>
          <p:cNvPr id="10" name="Grupo 9" title="Categoria do Fundo (Agrupada)">
            <a:extLst>
              <a:ext uri="{FF2B5EF4-FFF2-40B4-BE49-F238E27FC236}">
                <a16:creationId xmlns:a16="http://schemas.microsoft.com/office/drawing/2014/main" xmlns="" id="{7991DB0A-528C-4F75-B29F-30E8300DA02C}"/>
              </a:ext>
            </a:extLst>
          </p:cNvPr>
          <p:cNvGrpSpPr/>
          <p:nvPr/>
        </p:nvGrpSpPr>
        <p:grpSpPr>
          <a:xfrm>
            <a:off x="635303" y="1497049"/>
            <a:ext cx="2456706" cy="1634164"/>
            <a:chOff x="635303" y="993330"/>
            <a:chExt cx="2456706" cy="1634164"/>
          </a:xfrm>
        </p:grpSpPr>
        <p:pic>
          <p:nvPicPr>
            <p:cNvPr id="14" name="Elemento gráfico 13" descr="Rede" title="Espaço Reservado para Ícone">
              <a:extLst>
                <a:ext uri="{FF2B5EF4-FFF2-40B4-BE49-F238E27FC236}">
                  <a16:creationId xmlns:a16="http://schemas.microsoft.com/office/drawing/2014/main" xmlns="" id="{18424AB1-887D-4FB3-BE95-50D84780E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575854" y="993330"/>
              <a:ext cx="516155" cy="516155"/>
            </a:xfrm>
            <a:prstGeom prst="rect">
              <a:avLst/>
            </a:prstGeom>
          </p:spPr>
        </p:pic>
        <p:sp>
          <p:nvSpPr>
            <p:cNvPr id="12" name="Espaço Reservado para Texto 80">
              <a:extLst>
                <a:ext uri="{FF2B5EF4-FFF2-40B4-BE49-F238E27FC236}">
                  <a16:creationId xmlns:a16="http://schemas.microsoft.com/office/drawing/2014/main" xmlns="" id="{90281C71-0600-4FA5-BF84-8F72BE03A85D}"/>
                </a:ext>
              </a:extLst>
            </p:cNvPr>
            <p:cNvSpPr txBox="1">
              <a:spLocks/>
            </p:cNvSpPr>
            <p:nvPr/>
          </p:nvSpPr>
          <p:spPr>
            <a:xfrm>
              <a:off x="635303" y="1504110"/>
              <a:ext cx="2391394" cy="272762"/>
            </a:xfrm>
            <a:prstGeom prst="rect">
              <a:avLst/>
            </a:prstGeom>
          </p:spPr>
          <p:txBody>
            <a:bodyPr lIns="0" tIns="0" rIns="0" bIns="0" rtlCol="0"/>
            <a:lstStyle>
              <a:lvl1pPr marL="266700" indent="-2667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500"/>
                </a:spcAft>
                <a:buClr>
                  <a:schemeClr val="accent1"/>
                </a:buClr>
                <a:buFont typeface="Arial" panose="020B0604020202020204" pitchFamily="34" charset="0"/>
                <a:buChar char="○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096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0763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3430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ESP8266 (</a:t>
              </a:r>
              <a:r>
                <a:rPr lang="pt-BR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IoT</a:t>
              </a:r>
              <a:r>
                <a: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  <a:endParaRPr lang="pt-B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Espaço Reservado para Texto 80">
              <a:extLst>
                <a:ext uri="{FF2B5EF4-FFF2-40B4-BE49-F238E27FC236}">
                  <a16:creationId xmlns:a16="http://schemas.microsoft.com/office/drawing/2014/main" xmlns="" id="{3BF28A40-3F44-4C6A-81B5-2161EEF431B8}"/>
                </a:ext>
              </a:extLst>
            </p:cNvPr>
            <p:cNvSpPr txBox="1">
              <a:spLocks/>
            </p:cNvSpPr>
            <p:nvPr/>
          </p:nvSpPr>
          <p:spPr>
            <a:xfrm>
              <a:off x="635303" y="1910839"/>
              <a:ext cx="2391394" cy="716655"/>
            </a:xfrm>
            <a:prstGeom prst="rect">
              <a:avLst/>
            </a:prstGeom>
          </p:spPr>
          <p:txBody>
            <a:bodyPr lIns="0" tIns="0" rIns="0" bIns="0" rtlCol="0"/>
            <a:lstStyle>
              <a:lvl1pPr marL="266700" indent="-2667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500"/>
                </a:spcAft>
                <a:buClr>
                  <a:schemeClr val="accent1"/>
                </a:buClr>
                <a:buFont typeface="Arial" panose="020B0604020202020204" pitchFamily="34" charset="0"/>
                <a:buChar char="○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096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0763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3430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rtl="0">
                <a:buNone/>
              </a:pPr>
              <a:r>
                <a:rPr lang="pt-BR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Lorem ipsum dolor sit amet, consectetuer adipiscing elit</a:t>
              </a:r>
              <a:endParaRPr lang="pt-BR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0" name="Grupo 19" title="Categoria do Fundo (Agrupada)">
            <a:extLst>
              <a:ext uri="{FF2B5EF4-FFF2-40B4-BE49-F238E27FC236}">
                <a16:creationId xmlns:a16="http://schemas.microsoft.com/office/drawing/2014/main" xmlns="" id="{9E1D0716-8092-4CF7-A12E-F1BCC99E89C3}"/>
              </a:ext>
            </a:extLst>
          </p:cNvPr>
          <p:cNvGrpSpPr/>
          <p:nvPr/>
        </p:nvGrpSpPr>
        <p:grpSpPr>
          <a:xfrm>
            <a:off x="695631" y="3927174"/>
            <a:ext cx="2439313" cy="1773976"/>
            <a:chOff x="635303" y="2759296"/>
            <a:chExt cx="2439313" cy="1773976"/>
          </a:xfrm>
        </p:grpSpPr>
        <p:pic>
          <p:nvPicPr>
            <p:cNvPr id="24" name="Elemento gráfico 23" descr="Jornal" title="Espaço Reservado para Ícone">
              <a:extLst>
                <a:ext uri="{FF2B5EF4-FFF2-40B4-BE49-F238E27FC236}">
                  <a16:creationId xmlns:a16="http://schemas.microsoft.com/office/drawing/2014/main" xmlns="" id="{87FF2375-B49A-4319-B4DC-3C80BAD9B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2558461" y="2759296"/>
              <a:ext cx="516155" cy="516155"/>
            </a:xfrm>
            <a:prstGeom prst="rect">
              <a:avLst/>
            </a:prstGeom>
          </p:spPr>
        </p:pic>
        <p:sp>
          <p:nvSpPr>
            <p:cNvPr id="22" name="Espaço Reservado para Texto 80">
              <a:extLst>
                <a:ext uri="{FF2B5EF4-FFF2-40B4-BE49-F238E27FC236}">
                  <a16:creationId xmlns:a16="http://schemas.microsoft.com/office/drawing/2014/main" xmlns="" id="{84749242-C662-4254-B6A3-246DC1FF6808}"/>
                </a:ext>
              </a:extLst>
            </p:cNvPr>
            <p:cNvSpPr txBox="1">
              <a:spLocks/>
            </p:cNvSpPr>
            <p:nvPr/>
          </p:nvSpPr>
          <p:spPr>
            <a:xfrm>
              <a:off x="635303" y="3409888"/>
              <a:ext cx="2391394" cy="272762"/>
            </a:xfrm>
            <a:prstGeom prst="rect">
              <a:avLst/>
            </a:prstGeom>
          </p:spPr>
          <p:txBody>
            <a:bodyPr lIns="0" tIns="0" rIns="0" bIns="0" rtlCol="0"/>
            <a:lstStyle>
              <a:lvl1pPr marL="266700" indent="-2667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500"/>
                </a:spcAft>
                <a:buClr>
                  <a:schemeClr val="accent1"/>
                </a:buClr>
                <a:buFont typeface="Arial" panose="020B0604020202020204" pitchFamily="34" charset="0"/>
                <a:buChar char="○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096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0763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3430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pt-BR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PostgreSQL</a:t>
              </a:r>
              <a:endParaRPr lang="pt-B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" name="Espaço Reservado para Texto 80">
              <a:extLst>
                <a:ext uri="{FF2B5EF4-FFF2-40B4-BE49-F238E27FC236}">
                  <a16:creationId xmlns:a16="http://schemas.microsoft.com/office/drawing/2014/main" xmlns="" id="{C3483C53-05C7-41D1-985C-79B44C4DB3B7}"/>
                </a:ext>
              </a:extLst>
            </p:cNvPr>
            <p:cNvSpPr txBox="1">
              <a:spLocks/>
            </p:cNvSpPr>
            <p:nvPr/>
          </p:nvSpPr>
          <p:spPr>
            <a:xfrm>
              <a:off x="635303" y="3816617"/>
              <a:ext cx="2391394" cy="716655"/>
            </a:xfrm>
            <a:prstGeom prst="rect">
              <a:avLst/>
            </a:prstGeom>
          </p:spPr>
          <p:txBody>
            <a:bodyPr lIns="0" tIns="0" rIns="0" bIns="0" rtlCol="0"/>
            <a:lstStyle>
              <a:lvl1pPr marL="266700" indent="-2667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500"/>
                </a:spcAft>
                <a:buClr>
                  <a:schemeClr val="accent1"/>
                </a:buClr>
                <a:buFont typeface="Arial" panose="020B0604020202020204" pitchFamily="34" charset="0"/>
                <a:buChar char="○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096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0763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3430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rtl="0">
                <a:buNone/>
              </a:pPr>
              <a:endParaRPr lang="pt-BR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aphicFrame>
        <p:nvGraphicFramePr>
          <p:cNvPr id="4" name="Gráfico 3" title="Gráfico do Financiamento">
            <a:extLst>
              <a:ext uri="{FF2B5EF4-FFF2-40B4-BE49-F238E27FC236}">
                <a16:creationId xmlns:a16="http://schemas.microsoft.com/office/drawing/2014/main" xmlns="" id="{1ABE75E8-2998-4AD8-8098-39EDE88A0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309874"/>
              </p:ext>
            </p:extLst>
          </p:nvPr>
        </p:nvGraphicFramePr>
        <p:xfrm>
          <a:off x="3122536" y="1030514"/>
          <a:ext cx="5946928" cy="5334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rupo 24" title="Categoria do Fundo (Agrupada)">
            <a:extLst>
              <a:ext uri="{FF2B5EF4-FFF2-40B4-BE49-F238E27FC236}">
                <a16:creationId xmlns:a16="http://schemas.microsoft.com/office/drawing/2014/main" xmlns="" id="{C08AEB7B-A2ED-4C07-8C5A-156DA6D715BE}"/>
              </a:ext>
            </a:extLst>
          </p:cNvPr>
          <p:cNvGrpSpPr/>
          <p:nvPr/>
        </p:nvGrpSpPr>
        <p:grpSpPr>
          <a:xfrm>
            <a:off x="8881417" y="1497049"/>
            <a:ext cx="2497783" cy="1962347"/>
            <a:chOff x="8881417" y="2258575"/>
            <a:chExt cx="2497783" cy="1962347"/>
          </a:xfrm>
        </p:grpSpPr>
        <p:pic>
          <p:nvPicPr>
            <p:cNvPr id="29" name="Elemento gráfico 28" descr="Espaço Reservado para Ícone">
              <a:extLst>
                <a:ext uri="{FF2B5EF4-FFF2-40B4-BE49-F238E27FC236}">
                  <a16:creationId xmlns:a16="http://schemas.microsoft.com/office/drawing/2014/main" xmlns="" id="{E0E3C227-EFA0-47A9-BAEC-A3B06FCAF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8881417" y="2258575"/>
              <a:ext cx="567771" cy="567771"/>
            </a:xfrm>
            <a:prstGeom prst="rect">
              <a:avLst/>
            </a:prstGeom>
          </p:spPr>
        </p:pic>
        <p:sp>
          <p:nvSpPr>
            <p:cNvPr id="27" name="Espaço Reservado para Texto 80">
              <a:extLst>
                <a:ext uri="{FF2B5EF4-FFF2-40B4-BE49-F238E27FC236}">
                  <a16:creationId xmlns:a16="http://schemas.microsoft.com/office/drawing/2014/main" xmlns="" id="{E691EA48-9FD0-4A91-A269-A8156DBAA8A1}"/>
                </a:ext>
              </a:extLst>
            </p:cNvPr>
            <p:cNvSpPr txBox="1">
              <a:spLocks/>
            </p:cNvSpPr>
            <p:nvPr/>
          </p:nvSpPr>
          <p:spPr>
            <a:xfrm>
              <a:off x="8967861" y="2909603"/>
              <a:ext cx="2391393" cy="272762"/>
            </a:xfrm>
            <a:prstGeom prst="rect">
              <a:avLst/>
            </a:prstGeom>
          </p:spPr>
          <p:txBody>
            <a:bodyPr lIns="0" tIns="0" rIns="0" bIns="0" rtlCol="0"/>
            <a:lstStyle>
              <a:lvl1pPr marL="266700" indent="-2667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500"/>
                </a:spcAft>
                <a:buClr>
                  <a:schemeClr val="accent1"/>
                </a:buClr>
                <a:buFont typeface="Arial" panose="020B0604020202020204" pitchFamily="34" charset="0"/>
                <a:buChar char="○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096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0763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3430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Containers (</a:t>
              </a:r>
              <a:r>
                <a:rPr lang="pt-BR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Podman</a:t>
              </a:r>
              <a:r>
                <a:rPr lang="pt-BR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</a:t>
              </a:r>
              <a:r>
                <a:rPr lang="pt-BR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Docker</a:t>
              </a:r>
              <a:r>
                <a:rPr lang="pt-BR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  <a:endParaRPr lang="pt-B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Espaço Reservado para Texto 80">
              <a:extLst>
                <a:ext uri="{FF2B5EF4-FFF2-40B4-BE49-F238E27FC236}">
                  <a16:creationId xmlns:a16="http://schemas.microsoft.com/office/drawing/2014/main" xmlns="" id="{CF9BA5D5-8439-442E-A476-F8D139086D8D}"/>
                </a:ext>
              </a:extLst>
            </p:cNvPr>
            <p:cNvSpPr txBox="1">
              <a:spLocks/>
            </p:cNvSpPr>
            <p:nvPr/>
          </p:nvSpPr>
          <p:spPr>
            <a:xfrm>
              <a:off x="8987806" y="3316332"/>
              <a:ext cx="2391394" cy="904590"/>
            </a:xfrm>
            <a:prstGeom prst="rect">
              <a:avLst/>
            </a:prstGeom>
          </p:spPr>
          <p:txBody>
            <a:bodyPr lIns="0" tIns="0" rIns="0" bIns="0" rtlCol="0"/>
            <a:lstStyle>
              <a:lvl1pPr marL="266700" indent="-2667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500"/>
                </a:spcAft>
                <a:buClr>
                  <a:schemeClr val="accent1"/>
                </a:buClr>
                <a:buFont typeface="Arial" panose="020B0604020202020204" pitchFamily="34" charset="0"/>
                <a:buChar char="○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096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0763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3430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rtl="0">
                <a:buNone/>
              </a:pPr>
              <a:endParaRPr lang="pt-BR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" name="Grupo 4" title="Categoria do Fundo (Agrupada)">
            <a:extLst>
              <a:ext uri="{FF2B5EF4-FFF2-40B4-BE49-F238E27FC236}">
                <a16:creationId xmlns:a16="http://schemas.microsoft.com/office/drawing/2014/main" xmlns="" id="{9D2FFF25-64F0-47A5-BE16-964530465F5E}"/>
              </a:ext>
            </a:extLst>
          </p:cNvPr>
          <p:cNvGrpSpPr/>
          <p:nvPr/>
        </p:nvGrpSpPr>
        <p:grpSpPr>
          <a:xfrm>
            <a:off x="8881417" y="3927174"/>
            <a:ext cx="2497783" cy="1962347"/>
            <a:chOff x="8881417" y="2258575"/>
            <a:chExt cx="2497783" cy="1962347"/>
          </a:xfrm>
        </p:grpSpPr>
        <p:pic>
          <p:nvPicPr>
            <p:cNvPr id="9" name="Elemento gráfico 8" descr="Alvo" title="Espaço Reservado para Ícone">
              <a:extLst>
                <a:ext uri="{FF2B5EF4-FFF2-40B4-BE49-F238E27FC236}">
                  <a16:creationId xmlns:a16="http://schemas.microsoft.com/office/drawing/2014/main" xmlns="" id="{CE6069C6-95DD-4ED1-982A-DC78C0F4C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8881417" y="2258575"/>
              <a:ext cx="567771" cy="567771"/>
            </a:xfrm>
            <a:prstGeom prst="rect">
              <a:avLst/>
            </a:prstGeom>
          </p:spPr>
        </p:pic>
        <p:sp>
          <p:nvSpPr>
            <p:cNvPr id="7" name="Espaço Reservado para Texto 80">
              <a:extLst>
                <a:ext uri="{FF2B5EF4-FFF2-40B4-BE49-F238E27FC236}">
                  <a16:creationId xmlns:a16="http://schemas.microsoft.com/office/drawing/2014/main" xmlns="" id="{2ABA949D-514D-46F1-9EA0-0044B954A1B5}"/>
                </a:ext>
              </a:extLst>
            </p:cNvPr>
            <p:cNvSpPr txBox="1">
              <a:spLocks/>
            </p:cNvSpPr>
            <p:nvPr/>
          </p:nvSpPr>
          <p:spPr>
            <a:xfrm>
              <a:off x="8967861" y="2909603"/>
              <a:ext cx="2391393" cy="272762"/>
            </a:xfrm>
            <a:prstGeom prst="rect">
              <a:avLst/>
            </a:prstGeom>
          </p:spPr>
          <p:txBody>
            <a:bodyPr lIns="0" tIns="0" rIns="0" bIns="0" rtlCol="0"/>
            <a:lstStyle>
              <a:lvl1pPr marL="266700" indent="-2667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500"/>
                </a:spcAft>
                <a:buClr>
                  <a:schemeClr val="accent1"/>
                </a:buClr>
                <a:buFont typeface="Arial" panose="020B0604020202020204" pitchFamily="34" charset="0"/>
                <a:buChar char="○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096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0763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3430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pt-BR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Django</a:t>
              </a:r>
              <a:r>
                <a: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+ </a:t>
              </a:r>
              <a:r>
                <a:rPr lang="pt-BR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Django</a:t>
              </a:r>
              <a:r>
                <a: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REST </a:t>
              </a:r>
              <a:r>
                <a:rPr lang="pt-BR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Framework</a:t>
              </a:r>
              <a:endParaRPr lang="pt-B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Espaço Reservado para Texto 80">
              <a:extLst>
                <a:ext uri="{FF2B5EF4-FFF2-40B4-BE49-F238E27FC236}">
                  <a16:creationId xmlns:a16="http://schemas.microsoft.com/office/drawing/2014/main" xmlns="" id="{A0FE60BC-B552-4E0C-A2F3-D99FDA7DA656}"/>
                </a:ext>
              </a:extLst>
            </p:cNvPr>
            <p:cNvSpPr txBox="1">
              <a:spLocks/>
            </p:cNvSpPr>
            <p:nvPr/>
          </p:nvSpPr>
          <p:spPr>
            <a:xfrm>
              <a:off x="8987806" y="3316332"/>
              <a:ext cx="2391394" cy="904590"/>
            </a:xfrm>
            <a:prstGeom prst="rect">
              <a:avLst/>
            </a:prstGeom>
          </p:spPr>
          <p:txBody>
            <a:bodyPr lIns="0" tIns="0" rIns="0" bIns="0" rtlCol="0"/>
            <a:lstStyle>
              <a:lvl1pPr marL="266700" indent="-2667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500"/>
                </a:spcAft>
                <a:buClr>
                  <a:schemeClr val="accent1"/>
                </a:buClr>
                <a:buFont typeface="Arial" panose="020B0604020202020204" pitchFamily="34" charset="0"/>
                <a:buChar char="○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096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0763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343025" indent="-2667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rtl="0">
                <a:buNone/>
              </a:pPr>
              <a:endParaRPr lang="pt-BR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xmlns="" id="{5108DE63-22D3-42B8-803D-E9D8BE04D5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10</a:t>
            </a:fld>
            <a:endParaRPr lang="pt-BR" dirty="0"/>
          </a:p>
        </p:txBody>
      </p:sp>
      <p:pic>
        <p:nvPicPr>
          <p:cNvPr id="23" name="Espaço Reservado para Imagem 36" descr="Livros">
            <a:extLst>
              <a:ext uri="{FF2B5EF4-FFF2-40B4-BE49-F238E27FC236}">
                <a16:creationId xmlns:a16="http://schemas.microsoft.com/office/drawing/2014/main" xmlns="" id="{A3A82211-756C-4184-979C-5420002F8071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rcRect/>
          <a:stretch/>
        </p:blipFill>
        <p:spPr>
          <a:xfrm>
            <a:off x="695631" y="5249975"/>
            <a:ext cx="772882" cy="772882"/>
          </a:xfrm>
          <a:prstGeom prst="rect">
            <a:avLst/>
          </a:prstGeom>
        </p:spPr>
      </p:pic>
      <p:sp>
        <p:nvSpPr>
          <p:cNvPr id="28" name="Espaço Reservado para Texto 80">
            <a:extLst>
              <a:ext uri="{FF2B5EF4-FFF2-40B4-BE49-F238E27FC236}">
                <a16:creationId xmlns:a16="http://schemas.microsoft.com/office/drawing/2014/main" xmlns="" id="{84749242-C662-4254-B6A3-246DC1FF6808}"/>
              </a:ext>
            </a:extLst>
          </p:cNvPr>
          <p:cNvSpPr txBox="1">
            <a:spLocks/>
          </p:cNvSpPr>
          <p:nvPr/>
        </p:nvSpPr>
        <p:spPr>
          <a:xfrm>
            <a:off x="353081" y="6084537"/>
            <a:ext cx="2673616" cy="626656"/>
          </a:xfrm>
          <a:prstGeom prst="rect">
            <a:avLst/>
          </a:prstGeom>
        </p:spPr>
        <p:txBody>
          <a:bodyPr lIns="0" tIns="0" rIns="0" bIns="0"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 BI / ferramentas de visualização (futuro)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809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spaço Reservado para Imagem 18" descr="Imagem superior esquerda">
            <a:extLst>
              <a:ext uri="{FF2B5EF4-FFF2-40B4-BE49-F238E27FC236}">
                <a16:creationId xmlns:a16="http://schemas.microsoft.com/office/drawing/2014/main" xmlns="" id="{09D613E8-8848-4CCA-946C-52A183E91F7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000" y="86714"/>
            <a:ext cx="6009285" cy="3890571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 smtClean="0"/>
              <a:t>Resumo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 smtClean="0"/>
              <a:t>Projeto Integra: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rtlCol="0"/>
          <a:lstStyle/>
          <a:p>
            <a:r>
              <a:rPr lang="pt-BR" dirty="0" smtClean="0"/>
              <a:t>Automação</a:t>
            </a:r>
            <a:endParaRPr lang="pt-BR" dirty="0"/>
          </a:p>
          <a:p>
            <a:r>
              <a:rPr lang="pt-BR" dirty="0"/>
              <a:t>Internet das Coisas</a:t>
            </a:r>
          </a:p>
          <a:p>
            <a:r>
              <a:rPr lang="pt-BR" dirty="0"/>
              <a:t>Banco de dados</a:t>
            </a:r>
          </a:p>
          <a:p>
            <a:r>
              <a:rPr lang="pt-BR" dirty="0"/>
              <a:t>Ciência de </a:t>
            </a:r>
            <a:r>
              <a:rPr lang="pt-BR" dirty="0" smtClean="0"/>
              <a:t>Dados</a:t>
            </a:r>
            <a:endParaRPr lang="pt-BR" dirty="0"/>
          </a:p>
          <a:p>
            <a:r>
              <a:rPr lang="pt-BR" dirty="0"/>
              <a:t>Solução escalável e evolutiva</a:t>
            </a:r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xmlns="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71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spaço Reservado para Imagem 18" descr="Uma imagem com natureza&#10;&#10;Descrição gerada com confiança muito alta">
            <a:extLst>
              <a:ext uri="{FF2B5EF4-FFF2-40B4-BE49-F238E27FC236}">
                <a16:creationId xmlns:a16="http://schemas.microsoft.com/office/drawing/2014/main" xmlns="" id="{7DD607C7-7CF7-4A0F-BFF7-6F3C46205E6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" r="11"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xmlns="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/>
              <a:t>Obrigado</a:t>
            </a:r>
            <a:endParaRPr lang="pt-BR" dirty="0"/>
          </a:p>
        </p:txBody>
      </p:sp>
      <p:cxnSp>
        <p:nvCxnSpPr>
          <p:cNvPr id="5" name="Conector reto 4" descr="Linha divisória">
            <a:extLst>
              <a:ext uri="{FF2B5EF4-FFF2-40B4-BE49-F238E27FC236}">
                <a16:creationId xmlns:a16="http://schemas.microsoft.com/office/drawing/2014/main" xmlns="" id="{FE07C9EC-5158-440C-995A-EAC50D3E05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ítulo 6">
            <a:extLst>
              <a:ext uri="{FF2B5EF4-FFF2-40B4-BE49-F238E27FC236}">
                <a16:creationId xmlns:a16="http://schemas.microsoft.com/office/drawing/2014/main" xmlns="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sz="2100" dirty="0" smtClean="0"/>
              <a:t>Ivan Meireles de Abreu</a:t>
            </a:r>
            <a:endParaRPr lang="pt-BR" sz="2100" dirty="0"/>
          </a:p>
        </p:txBody>
      </p:sp>
      <p:pic>
        <p:nvPicPr>
          <p:cNvPr id="13" name="Elemento gráfico 12" descr="Usuário" title="Ícone – Nome do Apresentador">
            <a:extLst>
              <a:ext uri="{FF2B5EF4-FFF2-40B4-BE49-F238E27FC236}">
                <a16:creationId xmlns:a16="http://schemas.microsoft.com/office/drawing/2014/main" xmlns="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284624" y="3886690"/>
            <a:ext cx="164463" cy="164463"/>
          </a:xfrm>
          <a:prstGeom prst="rect">
            <a:avLst/>
          </a:prstGeo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xmlns="" id="{650F9D0C-7F14-4B83-A0A3-5710128C81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pt-BR" dirty="0" smtClean="0"/>
              <a:t>+61  981127790</a:t>
            </a:r>
            <a:endParaRPr lang="pt-BR" dirty="0"/>
          </a:p>
        </p:txBody>
      </p:sp>
      <p:pic>
        <p:nvPicPr>
          <p:cNvPr id="15" name="Elemento gráfico 14" descr="Smartphone" title="Ícone – Número de Telefone do Apresentador">
            <a:extLst>
              <a:ext uri="{FF2B5EF4-FFF2-40B4-BE49-F238E27FC236}">
                <a16:creationId xmlns:a16="http://schemas.microsoft.com/office/drawing/2014/main" xmlns="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284624" y="4196776"/>
            <a:ext cx="164463" cy="164463"/>
          </a:xfrm>
          <a:prstGeom prst="rect">
            <a:avLst/>
          </a:prstGeom>
        </p:spPr>
      </p:pic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xmlns="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pt-BR" dirty="0" smtClean="0"/>
              <a:t>Ivan.abreu@iesb.edu.br</a:t>
            </a:r>
            <a:endParaRPr lang="pt-BR" dirty="0"/>
          </a:p>
        </p:txBody>
      </p:sp>
      <p:pic>
        <p:nvPicPr>
          <p:cNvPr id="14" name="Elemento gráfico 13" descr="Envelope" title="Ícone – Email do Apresentador">
            <a:extLst>
              <a:ext uri="{FF2B5EF4-FFF2-40B4-BE49-F238E27FC236}">
                <a16:creationId xmlns:a16="http://schemas.microsoft.com/office/drawing/2014/main" xmlns="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284624" y="4530964"/>
            <a:ext cx="164463" cy="164463"/>
          </a:xfrm>
          <a:prstGeom prst="rect">
            <a:avLst/>
          </a:prstGeom>
        </p:spPr>
      </p:pic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xmlns="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 dirty="0" smtClean="0">
                <a:hlinkClick r:id="rId10"/>
              </a:rPr>
              <a:t>www.planto.com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30" name="Elemento gráfico 29" descr="Mundo">
            <a:extLst>
              <a:ext uri="{FF2B5EF4-FFF2-40B4-BE49-F238E27FC236}">
                <a16:creationId xmlns:a16="http://schemas.microsoft.com/office/drawing/2014/main" xmlns="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278999" y="4843614"/>
            <a:ext cx="170088" cy="17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 descr="Grupo de círculos para título">
            <a:extLst>
              <a:ext uri="{FF2B5EF4-FFF2-40B4-BE49-F238E27FC236}">
                <a16:creationId xmlns:a16="http://schemas.microsoft.com/office/drawing/2014/main" xmlns="" id="{35FEA634-736C-4DEE-990A-6FEA41163C96}"/>
              </a:ext>
            </a:extLst>
          </p:cNvPr>
          <p:cNvGrpSpPr/>
          <p:nvPr/>
        </p:nvGrpSpPr>
        <p:grpSpPr>
          <a:xfrm>
            <a:off x="621233" y="527364"/>
            <a:ext cx="3722032" cy="3722032"/>
            <a:chOff x="621233" y="527364"/>
            <a:chExt cx="3722032" cy="3722032"/>
          </a:xfrm>
        </p:grpSpPr>
        <p:sp>
          <p:nvSpPr>
            <p:cNvPr id="37" name="Oval 36" title="Elementos gráficos de plano de fundo – Círculos">
              <a:extLst>
                <a:ext uri="{FF2B5EF4-FFF2-40B4-BE49-F238E27FC236}">
                  <a16:creationId xmlns:a16="http://schemas.microsoft.com/office/drawing/2014/main" xmlns="" id="{C51FBE48-2848-4EC5-89D6-C5C86C105FD1}"/>
                </a:ext>
              </a:extLst>
            </p:cNvPr>
            <p:cNvSpPr/>
            <p:nvPr/>
          </p:nvSpPr>
          <p:spPr>
            <a:xfrm rot="20700000">
              <a:off x="621233" y="527364"/>
              <a:ext cx="3722032" cy="37220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38" name="Título 2">
              <a:extLst>
                <a:ext uri="{FF2B5EF4-FFF2-40B4-BE49-F238E27FC236}">
                  <a16:creationId xmlns:a16="http://schemas.microsoft.com/office/drawing/2014/main" xmlns="" id="{E3AEFCE0-0A87-4B19-ABDE-39B6D794A7ED}"/>
                </a:ext>
              </a:extLst>
            </p:cNvPr>
            <p:cNvSpPr txBox="1">
              <a:spLocks/>
            </p:cNvSpPr>
            <p:nvPr/>
          </p:nvSpPr>
          <p:spPr>
            <a:xfrm>
              <a:off x="1324038" y="1006246"/>
              <a:ext cx="2316423" cy="118682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 spc="-15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rtl="0"/>
              <a:r>
                <a:rPr lang="pt-BR" sz="8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pt-BR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 title="Elementos gráficos de plano de fundo – Círculos">
              <a:extLst>
                <a:ext uri="{FF2B5EF4-FFF2-40B4-BE49-F238E27FC236}">
                  <a16:creationId xmlns:a16="http://schemas.microsoft.com/office/drawing/2014/main" xmlns="" id="{4571EFCA-4D6B-4975-BCE3-09C7F433B4DA}"/>
                </a:ext>
              </a:extLst>
            </p:cNvPr>
            <p:cNvSpPr/>
            <p:nvPr/>
          </p:nvSpPr>
          <p:spPr>
            <a:xfrm>
              <a:off x="799634" y="3378603"/>
              <a:ext cx="360000" cy="3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40" name="Oval 39" title="Elementos gráficos de plano de fundo – Círculos">
              <a:extLst>
                <a:ext uri="{FF2B5EF4-FFF2-40B4-BE49-F238E27FC236}">
                  <a16:creationId xmlns:a16="http://schemas.microsoft.com/office/drawing/2014/main" xmlns="" id="{DDBE5AE1-0732-46F6-A796-4251201817EE}"/>
                </a:ext>
              </a:extLst>
            </p:cNvPr>
            <p:cNvSpPr/>
            <p:nvPr/>
          </p:nvSpPr>
          <p:spPr>
            <a:xfrm>
              <a:off x="3125525" y="527364"/>
              <a:ext cx="1217740" cy="12177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xmlns="" id="{213CF5D7-AB2C-4EC5-9FB8-BB42E36A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700000">
            <a:off x="944220" y="2200046"/>
            <a:ext cx="3076059" cy="973345"/>
          </a:xfrm>
        </p:spPr>
        <p:txBody>
          <a:bodyPr rtlCol="0"/>
          <a:lstStyle/>
          <a:p>
            <a:pPr algn="ctr" rtl="0"/>
            <a:r>
              <a:rPr lang="pt-BR" sz="2800">
                <a:solidFill>
                  <a:schemeClr val="bg1"/>
                </a:solidFill>
              </a:rPr>
              <a:t>COMO USAR ESTE MODELO </a:t>
            </a:r>
            <a:endParaRPr lang="pt-BR" sz="2800" dirty="0">
              <a:solidFill>
                <a:schemeClr val="bg1"/>
              </a:solidFill>
            </a:endParaRPr>
          </a:p>
        </p:txBody>
      </p:sp>
      <p:grpSp>
        <p:nvGrpSpPr>
          <p:cNvPr id="7" name="Grupo 6" descr="Grupo para adicionar sua imagem">
            <a:extLst>
              <a:ext uri="{FF2B5EF4-FFF2-40B4-BE49-F238E27FC236}">
                <a16:creationId xmlns:a16="http://schemas.microsoft.com/office/drawing/2014/main" xmlns="" id="{BE82479A-D764-4D19-9115-609900FAE49C}"/>
              </a:ext>
            </a:extLst>
          </p:cNvPr>
          <p:cNvGrpSpPr/>
          <p:nvPr/>
        </p:nvGrpSpPr>
        <p:grpSpPr>
          <a:xfrm>
            <a:off x="4729446" y="346685"/>
            <a:ext cx="4380426" cy="3523089"/>
            <a:chOff x="4729446" y="346685"/>
            <a:chExt cx="4380426" cy="3523089"/>
          </a:xfrm>
        </p:grpSpPr>
        <p:sp>
          <p:nvSpPr>
            <p:cNvPr id="15" name="Caixa de texto 14">
              <a:extLst>
                <a:ext uri="{FF2B5EF4-FFF2-40B4-BE49-F238E27FC236}">
                  <a16:creationId xmlns:a16="http://schemas.microsoft.com/office/drawing/2014/main" xmlns="" id="{5083EB4B-86A0-45E7-8493-F0169A4CCC87}"/>
                </a:ext>
              </a:extLst>
            </p:cNvPr>
            <p:cNvSpPr txBox="1"/>
            <p:nvPr/>
          </p:nvSpPr>
          <p:spPr>
            <a:xfrm>
              <a:off x="4842361" y="346685"/>
              <a:ext cx="41366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 sz="2000" b="1"/>
                <a:t>Adicione suas imagens</a:t>
              </a:r>
              <a:endParaRPr lang="pt-BR" sz="2000" b="1" dirty="0"/>
            </a:p>
          </p:txBody>
        </p:sp>
        <p:cxnSp>
          <p:nvCxnSpPr>
            <p:cNvPr id="51" name="Conector reto 50" title="Linha Divisória">
              <a:extLst>
                <a:ext uri="{FF2B5EF4-FFF2-40B4-BE49-F238E27FC236}">
                  <a16:creationId xmlns:a16="http://schemas.microsoft.com/office/drawing/2014/main" xmlns="" id="{4D8CE414-6289-4399-A898-EB323629C163}"/>
                </a:ext>
              </a:extLst>
            </p:cNvPr>
            <p:cNvCxnSpPr>
              <a:cxnSpLocks/>
            </p:cNvCxnSpPr>
            <p:nvPr/>
          </p:nvCxnSpPr>
          <p:spPr>
            <a:xfrm>
              <a:off x="6019659" y="773329"/>
              <a:ext cx="1800000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Imagem 11" title="Imagem de Instruções do Modelo">
              <a:extLst>
                <a:ext uri="{FF2B5EF4-FFF2-40B4-BE49-F238E27FC236}">
                  <a16:creationId xmlns:a16="http://schemas.microsoft.com/office/drawing/2014/main" xmlns="" id="{B945A26A-43DB-4AED-BA9E-E81359BA2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9446" y="989100"/>
              <a:ext cx="2181225" cy="2162175"/>
            </a:xfrm>
            <a:prstGeom prst="rect">
              <a:avLst/>
            </a:prstGeom>
          </p:spPr>
        </p:pic>
        <p:sp>
          <p:nvSpPr>
            <p:cNvPr id="20" name="Elemento gráfico 18" title="Seta de Instruções do Modelo">
              <a:extLst>
                <a:ext uri="{FF2B5EF4-FFF2-40B4-BE49-F238E27FC236}">
                  <a16:creationId xmlns:a16="http://schemas.microsoft.com/office/drawing/2014/main" xmlns="" id="{3CDE6CC0-E86B-4B0C-B994-AD3ECE46636B}"/>
                </a:ext>
              </a:extLst>
            </p:cNvPr>
            <p:cNvSpPr/>
            <p:nvPr/>
          </p:nvSpPr>
          <p:spPr>
            <a:xfrm rot="4500000" flipH="1">
              <a:off x="5708596" y="2757043"/>
              <a:ext cx="367586" cy="457870"/>
            </a:xfrm>
            <a:custGeom>
              <a:avLst/>
              <a:gdLst>
                <a:gd name="connsiteX0" fmla="*/ 27380 w 542925"/>
                <a:gd name="connsiteY0" fmla="*/ 669232 h 676275"/>
                <a:gd name="connsiteX1" fmla="*/ 138823 w 542925"/>
                <a:gd name="connsiteY1" fmla="*/ 376814 h 676275"/>
                <a:gd name="connsiteX2" fmla="*/ 352183 w 542925"/>
                <a:gd name="connsiteY2" fmla="*/ 147262 h 676275"/>
                <a:gd name="connsiteX3" fmla="*/ 485533 w 542925"/>
                <a:gd name="connsiteY3" fmla="*/ 68204 h 676275"/>
                <a:gd name="connsiteX4" fmla="*/ 469340 w 542925"/>
                <a:gd name="connsiteY4" fmla="*/ 96779 h 676275"/>
                <a:gd name="connsiteX5" fmla="*/ 416953 w 542925"/>
                <a:gd name="connsiteY5" fmla="*/ 192029 h 676275"/>
                <a:gd name="connsiteX6" fmla="*/ 433145 w 542925"/>
                <a:gd name="connsiteY6" fmla="*/ 216794 h 676275"/>
                <a:gd name="connsiteX7" fmla="*/ 484580 w 542925"/>
                <a:gd name="connsiteY7" fmla="*/ 124402 h 676275"/>
                <a:gd name="connsiteX8" fmla="*/ 509345 w 542925"/>
                <a:gd name="connsiteY8" fmla="*/ 78682 h 676275"/>
                <a:gd name="connsiteX9" fmla="*/ 536015 w 542925"/>
                <a:gd name="connsiteY9" fmla="*/ 37724 h 676275"/>
                <a:gd name="connsiteX10" fmla="*/ 524585 w 542925"/>
                <a:gd name="connsiteY10" fmla="*/ 7244 h 676275"/>
                <a:gd name="connsiteX11" fmla="*/ 297890 w 542925"/>
                <a:gd name="connsiteY11" fmla="*/ 39629 h 676275"/>
                <a:gd name="connsiteX12" fmla="*/ 307415 w 542925"/>
                <a:gd name="connsiteY12" fmla="*/ 71062 h 676275"/>
                <a:gd name="connsiteX13" fmla="*/ 436003 w 542925"/>
                <a:gd name="connsiteY13" fmla="*/ 54869 h 676275"/>
                <a:gd name="connsiteX14" fmla="*/ 233120 w 542925"/>
                <a:gd name="connsiteY14" fmla="*/ 208222 h 676275"/>
                <a:gd name="connsiteX15" fmla="*/ 57860 w 542925"/>
                <a:gd name="connsiteY15" fmla="*/ 473969 h 676275"/>
                <a:gd name="connsiteX16" fmla="*/ 7378 w 542925"/>
                <a:gd name="connsiteY16" fmla="*/ 648277 h 676275"/>
                <a:gd name="connsiteX17" fmla="*/ 14045 w 542925"/>
                <a:gd name="connsiteY17" fmla="*/ 670184 h 676275"/>
                <a:gd name="connsiteX18" fmla="*/ 27380 w 542925"/>
                <a:gd name="connsiteY18" fmla="*/ 669232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676275">
                  <a:moveTo>
                    <a:pt x="27380" y="669232"/>
                  </a:moveTo>
                  <a:cubicBezTo>
                    <a:pt x="44525" y="565409"/>
                    <a:pt x="83578" y="465397"/>
                    <a:pt x="138823" y="376814"/>
                  </a:cubicBezTo>
                  <a:cubicBezTo>
                    <a:pt x="195020" y="288232"/>
                    <a:pt x="267410" y="209174"/>
                    <a:pt x="352183" y="147262"/>
                  </a:cubicBezTo>
                  <a:cubicBezTo>
                    <a:pt x="394093" y="116782"/>
                    <a:pt x="438860" y="90112"/>
                    <a:pt x="485533" y="68204"/>
                  </a:cubicBezTo>
                  <a:cubicBezTo>
                    <a:pt x="479818" y="77729"/>
                    <a:pt x="475055" y="87254"/>
                    <a:pt x="469340" y="96779"/>
                  </a:cubicBezTo>
                  <a:cubicBezTo>
                    <a:pt x="452195" y="128212"/>
                    <a:pt x="434098" y="160597"/>
                    <a:pt x="416953" y="192029"/>
                  </a:cubicBezTo>
                  <a:cubicBezTo>
                    <a:pt x="412190" y="201554"/>
                    <a:pt x="425525" y="230129"/>
                    <a:pt x="433145" y="216794"/>
                  </a:cubicBezTo>
                  <a:cubicBezTo>
                    <a:pt x="450290" y="186314"/>
                    <a:pt x="467435" y="154882"/>
                    <a:pt x="484580" y="124402"/>
                  </a:cubicBezTo>
                  <a:cubicBezTo>
                    <a:pt x="493153" y="109162"/>
                    <a:pt x="501725" y="93922"/>
                    <a:pt x="509345" y="78682"/>
                  </a:cubicBezTo>
                  <a:cubicBezTo>
                    <a:pt x="516965" y="64394"/>
                    <a:pt x="523633" y="48202"/>
                    <a:pt x="536015" y="37724"/>
                  </a:cubicBezTo>
                  <a:cubicBezTo>
                    <a:pt x="543635" y="31057"/>
                    <a:pt x="535063" y="5339"/>
                    <a:pt x="524585" y="7244"/>
                  </a:cubicBezTo>
                  <a:cubicBezTo>
                    <a:pt x="449338" y="21532"/>
                    <a:pt x="374090" y="32009"/>
                    <a:pt x="297890" y="39629"/>
                  </a:cubicBezTo>
                  <a:cubicBezTo>
                    <a:pt x="287413" y="40582"/>
                    <a:pt x="295033" y="72967"/>
                    <a:pt x="307415" y="71062"/>
                  </a:cubicBezTo>
                  <a:cubicBezTo>
                    <a:pt x="350278" y="66299"/>
                    <a:pt x="393140" y="61537"/>
                    <a:pt x="436003" y="54869"/>
                  </a:cubicBezTo>
                  <a:cubicBezTo>
                    <a:pt x="360755" y="94874"/>
                    <a:pt x="292175" y="147262"/>
                    <a:pt x="233120" y="208222"/>
                  </a:cubicBezTo>
                  <a:cubicBezTo>
                    <a:pt x="158825" y="284422"/>
                    <a:pt x="98818" y="375862"/>
                    <a:pt x="57860" y="473969"/>
                  </a:cubicBezTo>
                  <a:cubicBezTo>
                    <a:pt x="35000" y="530167"/>
                    <a:pt x="17855" y="588269"/>
                    <a:pt x="7378" y="648277"/>
                  </a:cubicBezTo>
                  <a:cubicBezTo>
                    <a:pt x="6425" y="655897"/>
                    <a:pt x="8330" y="665422"/>
                    <a:pt x="14045" y="670184"/>
                  </a:cubicBezTo>
                  <a:cubicBezTo>
                    <a:pt x="20713" y="676852"/>
                    <a:pt x="25475" y="675899"/>
                    <a:pt x="27380" y="669232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dirty="0"/>
            </a:p>
          </p:txBody>
        </p:sp>
        <p:sp>
          <p:nvSpPr>
            <p:cNvPr id="16" name="Caixa de texto 15">
              <a:extLst>
                <a:ext uri="{FF2B5EF4-FFF2-40B4-BE49-F238E27FC236}">
                  <a16:creationId xmlns:a16="http://schemas.microsoft.com/office/drawing/2014/main" xmlns="" id="{1AA52088-CC08-4B31-88C3-7589922DEBB6}"/>
                </a:ext>
              </a:extLst>
            </p:cNvPr>
            <p:cNvSpPr txBox="1"/>
            <p:nvPr/>
          </p:nvSpPr>
          <p:spPr>
            <a:xfrm>
              <a:off x="4768215" y="3284999"/>
              <a:ext cx="2019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 sz="1600"/>
                <a:t>Exclua a imagem do espaço reservado,</a:t>
              </a:r>
              <a:endParaRPr lang="pt-BR" sz="1600" dirty="0"/>
            </a:p>
          </p:txBody>
        </p:sp>
        <p:pic>
          <p:nvPicPr>
            <p:cNvPr id="13" name="Imagem 12" title="Imagem de Instruções do Modelo">
              <a:extLst>
                <a:ext uri="{FF2B5EF4-FFF2-40B4-BE49-F238E27FC236}">
                  <a16:creationId xmlns:a16="http://schemas.microsoft.com/office/drawing/2014/main" xmlns="" id="{56A7864C-1101-45CF-B3E0-1BB84A195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1014" y="989100"/>
              <a:ext cx="2019300" cy="2038350"/>
            </a:xfrm>
            <a:prstGeom prst="rect">
              <a:avLst/>
            </a:prstGeom>
          </p:spPr>
        </p:pic>
        <p:sp>
          <p:nvSpPr>
            <p:cNvPr id="21" name="Elemento gráfico 18" title="Seta de Instruções do Modelo">
              <a:extLst>
                <a:ext uri="{FF2B5EF4-FFF2-40B4-BE49-F238E27FC236}">
                  <a16:creationId xmlns:a16="http://schemas.microsoft.com/office/drawing/2014/main" xmlns="" id="{051A3989-527C-4619-9BF7-E99892F1986E}"/>
                </a:ext>
              </a:extLst>
            </p:cNvPr>
            <p:cNvSpPr/>
            <p:nvPr/>
          </p:nvSpPr>
          <p:spPr>
            <a:xfrm rot="17820117">
              <a:off x="7795578" y="2653476"/>
              <a:ext cx="421360" cy="524851"/>
            </a:xfrm>
            <a:custGeom>
              <a:avLst/>
              <a:gdLst>
                <a:gd name="connsiteX0" fmla="*/ 27380 w 542925"/>
                <a:gd name="connsiteY0" fmla="*/ 669232 h 676275"/>
                <a:gd name="connsiteX1" fmla="*/ 138823 w 542925"/>
                <a:gd name="connsiteY1" fmla="*/ 376814 h 676275"/>
                <a:gd name="connsiteX2" fmla="*/ 352183 w 542925"/>
                <a:gd name="connsiteY2" fmla="*/ 147262 h 676275"/>
                <a:gd name="connsiteX3" fmla="*/ 485533 w 542925"/>
                <a:gd name="connsiteY3" fmla="*/ 68204 h 676275"/>
                <a:gd name="connsiteX4" fmla="*/ 469340 w 542925"/>
                <a:gd name="connsiteY4" fmla="*/ 96779 h 676275"/>
                <a:gd name="connsiteX5" fmla="*/ 416953 w 542925"/>
                <a:gd name="connsiteY5" fmla="*/ 192029 h 676275"/>
                <a:gd name="connsiteX6" fmla="*/ 433145 w 542925"/>
                <a:gd name="connsiteY6" fmla="*/ 216794 h 676275"/>
                <a:gd name="connsiteX7" fmla="*/ 484580 w 542925"/>
                <a:gd name="connsiteY7" fmla="*/ 124402 h 676275"/>
                <a:gd name="connsiteX8" fmla="*/ 509345 w 542925"/>
                <a:gd name="connsiteY8" fmla="*/ 78682 h 676275"/>
                <a:gd name="connsiteX9" fmla="*/ 536015 w 542925"/>
                <a:gd name="connsiteY9" fmla="*/ 37724 h 676275"/>
                <a:gd name="connsiteX10" fmla="*/ 524585 w 542925"/>
                <a:gd name="connsiteY10" fmla="*/ 7244 h 676275"/>
                <a:gd name="connsiteX11" fmla="*/ 297890 w 542925"/>
                <a:gd name="connsiteY11" fmla="*/ 39629 h 676275"/>
                <a:gd name="connsiteX12" fmla="*/ 307415 w 542925"/>
                <a:gd name="connsiteY12" fmla="*/ 71062 h 676275"/>
                <a:gd name="connsiteX13" fmla="*/ 436003 w 542925"/>
                <a:gd name="connsiteY13" fmla="*/ 54869 h 676275"/>
                <a:gd name="connsiteX14" fmla="*/ 233120 w 542925"/>
                <a:gd name="connsiteY14" fmla="*/ 208222 h 676275"/>
                <a:gd name="connsiteX15" fmla="*/ 57860 w 542925"/>
                <a:gd name="connsiteY15" fmla="*/ 473969 h 676275"/>
                <a:gd name="connsiteX16" fmla="*/ 7378 w 542925"/>
                <a:gd name="connsiteY16" fmla="*/ 648277 h 676275"/>
                <a:gd name="connsiteX17" fmla="*/ 14045 w 542925"/>
                <a:gd name="connsiteY17" fmla="*/ 670184 h 676275"/>
                <a:gd name="connsiteX18" fmla="*/ 27380 w 542925"/>
                <a:gd name="connsiteY18" fmla="*/ 669232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676275">
                  <a:moveTo>
                    <a:pt x="27380" y="669232"/>
                  </a:moveTo>
                  <a:cubicBezTo>
                    <a:pt x="44525" y="565409"/>
                    <a:pt x="83578" y="465397"/>
                    <a:pt x="138823" y="376814"/>
                  </a:cubicBezTo>
                  <a:cubicBezTo>
                    <a:pt x="195020" y="288232"/>
                    <a:pt x="267410" y="209174"/>
                    <a:pt x="352183" y="147262"/>
                  </a:cubicBezTo>
                  <a:cubicBezTo>
                    <a:pt x="394093" y="116782"/>
                    <a:pt x="438860" y="90112"/>
                    <a:pt x="485533" y="68204"/>
                  </a:cubicBezTo>
                  <a:cubicBezTo>
                    <a:pt x="479818" y="77729"/>
                    <a:pt x="475055" y="87254"/>
                    <a:pt x="469340" y="96779"/>
                  </a:cubicBezTo>
                  <a:cubicBezTo>
                    <a:pt x="452195" y="128212"/>
                    <a:pt x="434098" y="160597"/>
                    <a:pt x="416953" y="192029"/>
                  </a:cubicBezTo>
                  <a:cubicBezTo>
                    <a:pt x="412190" y="201554"/>
                    <a:pt x="425525" y="230129"/>
                    <a:pt x="433145" y="216794"/>
                  </a:cubicBezTo>
                  <a:cubicBezTo>
                    <a:pt x="450290" y="186314"/>
                    <a:pt x="467435" y="154882"/>
                    <a:pt x="484580" y="124402"/>
                  </a:cubicBezTo>
                  <a:cubicBezTo>
                    <a:pt x="493153" y="109162"/>
                    <a:pt x="501725" y="93922"/>
                    <a:pt x="509345" y="78682"/>
                  </a:cubicBezTo>
                  <a:cubicBezTo>
                    <a:pt x="516965" y="64394"/>
                    <a:pt x="523633" y="48202"/>
                    <a:pt x="536015" y="37724"/>
                  </a:cubicBezTo>
                  <a:cubicBezTo>
                    <a:pt x="543635" y="31057"/>
                    <a:pt x="535063" y="5339"/>
                    <a:pt x="524585" y="7244"/>
                  </a:cubicBezTo>
                  <a:cubicBezTo>
                    <a:pt x="449338" y="21532"/>
                    <a:pt x="374090" y="32009"/>
                    <a:pt x="297890" y="39629"/>
                  </a:cubicBezTo>
                  <a:cubicBezTo>
                    <a:pt x="287413" y="40582"/>
                    <a:pt x="295033" y="72967"/>
                    <a:pt x="307415" y="71062"/>
                  </a:cubicBezTo>
                  <a:cubicBezTo>
                    <a:pt x="350278" y="66299"/>
                    <a:pt x="393140" y="61537"/>
                    <a:pt x="436003" y="54869"/>
                  </a:cubicBezTo>
                  <a:cubicBezTo>
                    <a:pt x="360755" y="94874"/>
                    <a:pt x="292175" y="147262"/>
                    <a:pt x="233120" y="208222"/>
                  </a:cubicBezTo>
                  <a:cubicBezTo>
                    <a:pt x="158825" y="284422"/>
                    <a:pt x="98818" y="375862"/>
                    <a:pt x="57860" y="473969"/>
                  </a:cubicBezTo>
                  <a:cubicBezTo>
                    <a:pt x="35000" y="530167"/>
                    <a:pt x="17855" y="588269"/>
                    <a:pt x="7378" y="648277"/>
                  </a:cubicBezTo>
                  <a:cubicBezTo>
                    <a:pt x="6425" y="655897"/>
                    <a:pt x="8330" y="665422"/>
                    <a:pt x="14045" y="670184"/>
                  </a:cubicBezTo>
                  <a:cubicBezTo>
                    <a:pt x="20713" y="676852"/>
                    <a:pt x="25475" y="675899"/>
                    <a:pt x="27380" y="669232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BR" dirty="0"/>
            </a:p>
          </p:txBody>
        </p:sp>
        <p:sp>
          <p:nvSpPr>
            <p:cNvPr id="17" name="Caixa de texto 16">
              <a:extLst>
                <a:ext uri="{FF2B5EF4-FFF2-40B4-BE49-F238E27FC236}">
                  <a16:creationId xmlns:a16="http://schemas.microsoft.com/office/drawing/2014/main" xmlns="" id="{0F108E97-1B0C-4A75-91C1-1B9A03212BD0}"/>
                </a:ext>
              </a:extLst>
            </p:cNvPr>
            <p:cNvSpPr txBox="1"/>
            <p:nvPr/>
          </p:nvSpPr>
          <p:spPr>
            <a:xfrm>
              <a:off x="6971455" y="3284998"/>
              <a:ext cx="21384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 sz="1600"/>
                <a:t>depois selecione </a:t>
              </a:r>
              <a:r>
                <a:rPr lang="pt-BR" sz="1600" b="1" i="1"/>
                <a:t>ou</a:t>
              </a:r>
              <a:r>
                <a:rPr lang="pt-BR" sz="1600"/>
                <a:t> arraste e solte sua foto.</a:t>
              </a:r>
              <a:endParaRPr lang="pt-BR" sz="1600" dirty="0"/>
            </a:p>
          </p:txBody>
        </p:sp>
      </p:grpSp>
      <p:sp>
        <p:nvSpPr>
          <p:cNvPr id="23" name="Caixa de texto 22">
            <a:extLst>
              <a:ext uri="{FF2B5EF4-FFF2-40B4-BE49-F238E27FC236}">
                <a16:creationId xmlns:a16="http://schemas.microsoft.com/office/drawing/2014/main" xmlns="" id="{92C20CDD-0E88-460E-B553-CC0BFE2D7E81}"/>
              </a:ext>
            </a:extLst>
          </p:cNvPr>
          <p:cNvSpPr txBox="1"/>
          <p:nvPr/>
        </p:nvSpPr>
        <p:spPr>
          <a:xfrm>
            <a:off x="4111232" y="4669576"/>
            <a:ext cx="404508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2000" b="1"/>
              <a:t>Escolha suas cores</a:t>
            </a:r>
            <a:endParaRPr lang="pt-BR" sz="2000" b="1" dirty="0"/>
          </a:p>
        </p:txBody>
      </p:sp>
      <p:cxnSp>
        <p:nvCxnSpPr>
          <p:cNvPr id="50" name="Conector reto 49" title="Linha Divisória">
            <a:extLst>
              <a:ext uri="{FF2B5EF4-FFF2-40B4-BE49-F238E27FC236}">
                <a16:creationId xmlns:a16="http://schemas.microsoft.com/office/drawing/2014/main" xmlns="" id="{71143300-E077-4D07-9693-A1F162D61767}"/>
              </a:ext>
            </a:extLst>
          </p:cNvPr>
          <p:cNvCxnSpPr>
            <a:cxnSpLocks/>
          </p:cNvCxnSpPr>
          <p:nvPr/>
        </p:nvCxnSpPr>
        <p:spPr>
          <a:xfrm>
            <a:off x="4209607" y="5147020"/>
            <a:ext cx="18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 de texto 21">
            <a:extLst>
              <a:ext uri="{FF2B5EF4-FFF2-40B4-BE49-F238E27FC236}">
                <a16:creationId xmlns:a16="http://schemas.microsoft.com/office/drawing/2014/main" xmlns="" id="{0EDD0AB6-01C4-4545-BA3F-9047F2A0799E}"/>
              </a:ext>
            </a:extLst>
          </p:cNvPr>
          <p:cNvSpPr txBox="1"/>
          <p:nvPr/>
        </p:nvSpPr>
        <p:spPr>
          <a:xfrm>
            <a:off x="4111233" y="5298649"/>
            <a:ext cx="40450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/>
              <a:t>Alterar a cor do seu Tema no modo de exibição </a:t>
            </a:r>
            <a:r>
              <a:rPr lang="pt-BR" sz="1600" b="1"/>
              <a:t>Slide Mestre</a:t>
            </a:r>
            <a:r>
              <a:rPr lang="pt-BR"/>
              <a:t/>
            </a:r>
            <a:br>
              <a:rPr lang="pt-BR"/>
            </a:br>
            <a:r>
              <a:rPr lang="pt-BR"/>
              <a:t>     </a:t>
            </a:r>
            <a:r>
              <a:rPr lang="pt-BR" sz="1200"/>
              <a:t>Exibir </a:t>
            </a:r>
            <a:r>
              <a:rPr lang="pt-BR" sz="1200">
                <a:sym typeface="Wingdings" panose="05000000000000000000" pitchFamily="2" charset="2"/>
              </a:rPr>
              <a:t></a:t>
            </a:r>
            <a:r>
              <a:rPr lang="pt-BR" sz="1200"/>
              <a:t> Slide Mestre </a:t>
            </a:r>
            <a:r>
              <a:rPr lang="pt-BR" sz="1200">
                <a:sym typeface="Wingdings" panose="05000000000000000000" pitchFamily="2" charset="2"/>
              </a:rPr>
              <a:t> Menu Suspenso de Cores</a:t>
            </a:r>
            <a:endParaRPr lang="pt-BR" dirty="0"/>
          </a:p>
        </p:txBody>
      </p:sp>
      <p:pic>
        <p:nvPicPr>
          <p:cNvPr id="35" name="Elemento gráfico 34" title="Ícone de Clique">
            <a:extLst>
              <a:ext uri="{FF2B5EF4-FFF2-40B4-BE49-F238E27FC236}">
                <a16:creationId xmlns:a16="http://schemas.microsoft.com/office/drawing/2014/main" xmlns="" id="{FE77A636-0A2F-43A6-A666-027B31BBE4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218386" y="5896206"/>
            <a:ext cx="199025" cy="199025"/>
          </a:xfrm>
          <a:prstGeom prst="rect">
            <a:avLst/>
          </a:prstGeom>
        </p:spPr>
      </p:pic>
      <p:pic>
        <p:nvPicPr>
          <p:cNvPr id="24" name="Imagem 23" title="Imagem de Instruções do Modelo">
            <a:extLst>
              <a:ext uri="{FF2B5EF4-FFF2-40B4-BE49-F238E27FC236}">
                <a16:creationId xmlns:a16="http://schemas.microsoft.com/office/drawing/2014/main" xmlns="" id="{15E4CC77-F166-480D-B4C3-5D8B4867946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5695" y="4732694"/>
            <a:ext cx="2738884" cy="1186824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39" name="Caixa de texto 38">
            <a:extLst>
              <a:ext uri="{FF2B5EF4-FFF2-40B4-BE49-F238E27FC236}">
                <a16:creationId xmlns:a16="http://schemas.microsoft.com/office/drawing/2014/main" xmlns="" id="{EE816D14-AD3C-4935-8CBF-20A2233CD8EE}"/>
              </a:ext>
            </a:extLst>
          </p:cNvPr>
          <p:cNvSpPr txBox="1"/>
          <p:nvPr/>
        </p:nvSpPr>
        <p:spPr>
          <a:xfrm>
            <a:off x="9262029" y="1799087"/>
            <a:ext cx="1800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BR" sz="1000">
                <a:solidFill>
                  <a:schemeClr val="tx1">
                    <a:lumMod val="75000"/>
                    <a:lumOff val="25000"/>
                  </a:schemeClr>
                </a:solidFill>
              </a:rPr>
              <a:t>Exclua este slide quando você estiver acostumado a trabalhar com Modelos Mestre</a:t>
            </a:r>
            <a:endParaRPr lang="pt-B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Oval 52" title="Elementos gráficos de plano de fundo – Círculos">
            <a:extLst>
              <a:ext uri="{FF2B5EF4-FFF2-40B4-BE49-F238E27FC236}">
                <a16:creationId xmlns:a16="http://schemas.microsoft.com/office/drawing/2014/main" xmlns="" id="{FAD8A723-1B46-4241-82C6-307FB9AFAA72}"/>
              </a:ext>
            </a:extLst>
          </p:cNvPr>
          <p:cNvSpPr/>
          <p:nvPr/>
        </p:nvSpPr>
        <p:spPr>
          <a:xfrm>
            <a:off x="11071018" y="1745104"/>
            <a:ext cx="687382" cy="6873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49" name="Elemento gráfico 47" title="ícone de lixeira">
            <a:extLst>
              <a:ext uri="{FF2B5EF4-FFF2-40B4-BE49-F238E27FC236}">
                <a16:creationId xmlns:a16="http://schemas.microsoft.com/office/drawing/2014/main" xmlns="" id="{8DA3E33B-4A06-4660-8AE8-549D26985401}"/>
              </a:ext>
            </a:extLst>
          </p:cNvPr>
          <p:cNvSpPr/>
          <p:nvPr/>
        </p:nvSpPr>
        <p:spPr>
          <a:xfrm>
            <a:off x="11284713" y="1928212"/>
            <a:ext cx="259992" cy="321166"/>
          </a:xfrm>
          <a:custGeom>
            <a:avLst/>
            <a:gdLst>
              <a:gd name="connsiteX0" fmla="*/ 407881 w 418718"/>
              <a:gd name="connsiteY0" fmla="*/ 116995 h 517240"/>
              <a:gd name="connsiteX1" fmla="*/ 406403 w 418718"/>
              <a:gd name="connsiteY1" fmla="*/ 129803 h 517240"/>
              <a:gd name="connsiteX2" fmla="*/ 19951 w 418718"/>
              <a:gd name="connsiteY2" fmla="*/ 129803 h 517240"/>
              <a:gd name="connsiteX3" fmla="*/ 18473 w 418718"/>
              <a:gd name="connsiteY3" fmla="*/ 116995 h 517240"/>
              <a:gd name="connsiteX4" fmla="*/ 78818 w 418718"/>
              <a:gd name="connsiteY4" fmla="*/ 57635 h 517240"/>
              <a:gd name="connsiteX5" fmla="*/ 136453 w 418718"/>
              <a:gd name="connsiteY5" fmla="*/ 57635 h 517240"/>
              <a:gd name="connsiteX6" fmla="*/ 175122 w 418718"/>
              <a:gd name="connsiteY6" fmla="*/ 18474 h 517240"/>
              <a:gd name="connsiteX7" fmla="*/ 175369 w 418718"/>
              <a:gd name="connsiteY7" fmla="*/ 18473 h 517240"/>
              <a:gd name="connsiteX8" fmla="*/ 251231 w 418718"/>
              <a:gd name="connsiteY8" fmla="*/ 18473 h 517240"/>
              <a:gd name="connsiteX9" fmla="*/ 289408 w 418718"/>
              <a:gd name="connsiteY9" fmla="*/ 57389 h 517240"/>
              <a:gd name="connsiteX10" fmla="*/ 289408 w 418718"/>
              <a:gd name="connsiteY10" fmla="*/ 57389 h 517240"/>
              <a:gd name="connsiteX11" fmla="*/ 347044 w 418718"/>
              <a:gd name="connsiteY11" fmla="*/ 57389 h 517240"/>
              <a:gd name="connsiteX12" fmla="*/ 407881 w 418718"/>
              <a:gd name="connsiteY12" fmla="*/ 116995 h 517240"/>
              <a:gd name="connsiteX13" fmla="*/ 36453 w 418718"/>
              <a:gd name="connsiteY13" fmla="*/ 157389 h 517240"/>
              <a:gd name="connsiteX14" fmla="*/ 389901 w 418718"/>
              <a:gd name="connsiteY14" fmla="*/ 157389 h 517240"/>
              <a:gd name="connsiteX15" fmla="*/ 389901 w 418718"/>
              <a:gd name="connsiteY15" fmla="*/ 456896 h 517240"/>
              <a:gd name="connsiteX16" fmla="*/ 349507 w 418718"/>
              <a:gd name="connsiteY16" fmla="*/ 509359 h 517240"/>
              <a:gd name="connsiteX17" fmla="*/ 336453 w 418718"/>
              <a:gd name="connsiteY17" fmla="*/ 511083 h 517240"/>
              <a:gd name="connsiteX18" fmla="*/ 87931 w 418718"/>
              <a:gd name="connsiteY18" fmla="*/ 511083 h 517240"/>
              <a:gd name="connsiteX19" fmla="*/ 36452 w 418718"/>
              <a:gd name="connsiteY19" fmla="*/ 457172 h 517240"/>
              <a:gd name="connsiteX20" fmla="*/ 36453 w 418718"/>
              <a:gd name="connsiteY20" fmla="*/ 457142 h 517240"/>
              <a:gd name="connsiteX21" fmla="*/ 36453 w 418718"/>
              <a:gd name="connsiteY21" fmla="*/ 157635 h 517240"/>
              <a:gd name="connsiteX22" fmla="*/ 282758 w 418718"/>
              <a:gd name="connsiteY22" fmla="*/ 440640 h 517240"/>
              <a:gd name="connsiteX23" fmla="*/ 300492 w 418718"/>
              <a:gd name="connsiteY23" fmla="*/ 458374 h 517240"/>
              <a:gd name="connsiteX24" fmla="*/ 301724 w 418718"/>
              <a:gd name="connsiteY24" fmla="*/ 458374 h 517240"/>
              <a:gd name="connsiteX25" fmla="*/ 318719 w 418718"/>
              <a:gd name="connsiteY25" fmla="*/ 439654 h 517240"/>
              <a:gd name="connsiteX26" fmla="*/ 318719 w 418718"/>
              <a:gd name="connsiteY26" fmla="*/ 229556 h 517240"/>
              <a:gd name="connsiteX27" fmla="*/ 318719 w 418718"/>
              <a:gd name="connsiteY27" fmla="*/ 222906 h 517240"/>
              <a:gd name="connsiteX28" fmla="*/ 296379 w 418718"/>
              <a:gd name="connsiteY28" fmla="*/ 210762 h 517240"/>
              <a:gd name="connsiteX29" fmla="*/ 283497 w 418718"/>
              <a:gd name="connsiteY29" fmla="*/ 227832 h 517240"/>
              <a:gd name="connsiteX30" fmla="*/ 283497 w 418718"/>
              <a:gd name="connsiteY30" fmla="*/ 440640 h 517240"/>
              <a:gd name="connsiteX31" fmla="*/ 194088 w 418718"/>
              <a:gd name="connsiteY31" fmla="*/ 440640 h 517240"/>
              <a:gd name="connsiteX32" fmla="*/ 211822 w 418718"/>
              <a:gd name="connsiteY32" fmla="*/ 458374 h 517240"/>
              <a:gd name="connsiteX33" fmla="*/ 215517 w 418718"/>
              <a:gd name="connsiteY33" fmla="*/ 458374 h 517240"/>
              <a:gd name="connsiteX34" fmla="*/ 232019 w 418718"/>
              <a:gd name="connsiteY34" fmla="*/ 439654 h 517240"/>
              <a:gd name="connsiteX35" fmla="*/ 232019 w 418718"/>
              <a:gd name="connsiteY35" fmla="*/ 229310 h 517240"/>
              <a:gd name="connsiteX36" fmla="*/ 232019 w 418718"/>
              <a:gd name="connsiteY36" fmla="*/ 222906 h 517240"/>
              <a:gd name="connsiteX37" fmla="*/ 214532 w 418718"/>
              <a:gd name="connsiteY37" fmla="*/ 209852 h 517240"/>
              <a:gd name="connsiteX38" fmla="*/ 197044 w 418718"/>
              <a:gd name="connsiteY38" fmla="*/ 228078 h 517240"/>
              <a:gd name="connsiteX39" fmla="*/ 197044 w 418718"/>
              <a:gd name="connsiteY39" fmla="*/ 440640 h 517240"/>
              <a:gd name="connsiteX40" fmla="*/ 105419 w 418718"/>
              <a:gd name="connsiteY40" fmla="*/ 440640 h 517240"/>
              <a:gd name="connsiteX41" fmla="*/ 123153 w 418718"/>
              <a:gd name="connsiteY41" fmla="*/ 458374 h 517240"/>
              <a:gd name="connsiteX42" fmla="*/ 123153 w 418718"/>
              <a:gd name="connsiteY42" fmla="*/ 458374 h 517240"/>
              <a:gd name="connsiteX43" fmla="*/ 141641 w 418718"/>
              <a:gd name="connsiteY43" fmla="*/ 441948 h 517240"/>
              <a:gd name="connsiteX44" fmla="*/ 141625 w 418718"/>
              <a:gd name="connsiteY44" fmla="*/ 439654 h 517240"/>
              <a:gd name="connsiteX45" fmla="*/ 141625 w 418718"/>
              <a:gd name="connsiteY45" fmla="*/ 229310 h 517240"/>
              <a:gd name="connsiteX46" fmla="*/ 141625 w 418718"/>
              <a:gd name="connsiteY46" fmla="*/ 222906 h 517240"/>
              <a:gd name="connsiteX47" fmla="*/ 120363 w 418718"/>
              <a:gd name="connsiteY47" fmla="*/ 209605 h 517240"/>
              <a:gd name="connsiteX48" fmla="*/ 106650 w 418718"/>
              <a:gd name="connsiteY48" fmla="*/ 228078 h 517240"/>
              <a:gd name="connsiteX49" fmla="*/ 106650 w 418718"/>
              <a:gd name="connsiteY49" fmla="*/ 440640 h 51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18718" h="517240">
                <a:moveTo>
                  <a:pt x="407881" y="116995"/>
                </a:moveTo>
                <a:cubicBezTo>
                  <a:pt x="407876" y="121306"/>
                  <a:pt x="407379" y="125603"/>
                  <a:pt x="406403" y="129803"/>
                </a:cubicBezTo>
                <a:lnTo>
                  <a:pt x="19951" y="129803"/>
                </a:lnTo>
                <a:cubicBezTo>
                  <a:pt x="18974" y="125603"/>
                  <a:pt x="18479" y="121306"/>
                  <a:pt x="18473" y="116995"/>
                </a:cubicBezTo>
                <a:cubicBezTo>
                  <a:pt x="19011" y="84053"/>
                  <a:pt x="45871" y="57631"/>
                  <a:pt x="78818" y="57635"/>
                </a:cubicBezTo>
                <a:lnTo>
                  <a:pt x="136453" y="57635"/>
                </a:lnTo>
                <a:cubicBezTo>
                  <a:pt x="136317" y="36143"/>
                  <a:pt x="153630" y="18610"/>
                  <a:pt x="175122" y="18474"/>
                </a:cubicBezTo>
                <a:cubicBezTo>
                  <a:pt x="175204" y="18473"/>
                  <a:pt x="175287" y="18473"/>
                  <a:pt x="175369" y="18473"/>
                </a:cubicBezTo>
                <a:lnTo>
                  <a:pt x="251231" y="18473"/>
                </a:lnTo>
                <a:cubicBezTo>
                  <a:pt x="272492" y="18743"/>
                  <a:pt x="289546" y="36127"/>
                  <a:pt x="289408" y="57389"/>
                </a:cubicBezTo>
                <a:lnTo>
                  <a:pt x="289408" y="57389"/>
                </a:lnTo>
                <a:lnTo>
                  <a:pt x="347044" y="57389"/>
                </a:lnTo>
                <a:cubicBezTo>
                  <a:pt x="380278" y="57115"/>
                  <a:pt x="407475" y="83763"/>
                  <a:pt x="407881" y="116995"/>
                </a:cubicBezTo>
                <a:close/>
                <a:moveTo>
                  <a:pt x="36453" y="157389"/>
                </a:moveTo>
                <a:lnTo>
                  <a:pt x="389901" y="157389"/>
                </a:lnTo>
                <a:lnTo>
                  <a:pt x="389901" y="456896"/>
                </a:lnTo>
                <a:cubicBezTo>
                  <a:pt x="390566" y="481746"/>
                  <a:pt x="373699" y="503649"/>
                  <a:pt x="349507" y="509359"/>
                </a:cubicBezTo>
                <a:cubicBezTo>
                  <a:pt x="345261" y="510553"/>
                  <a:pt x="340864" y="511132"/>
                  <a:pt x="336453" y="511083"/>
                </a:cubicBezTo>
                <a:lnTo>
                  <a:pt x="87931" y="511083"/>
                </a:lnTo>
                <a:cubicBezTo>
                  <a:pt x="58828" y="510410"/>
                  <a:pt x="35780" y="486273"/>
                  <a:pt x="36452" y="457172"/>
                </a:cubicBezTo>
                <a:cubicBezTo>
                  <a:pt x="36453" y="457162"/>
                  <a:pt x="36453" y="457152"/>
                  <a:pt x="36453" y="457142"/>
                </a:cubicBezTo>
                <a:lnTo>
                  <a:pt x="36453" y="157635"/>
                </a:lnTo>
                <a:close/>
                <a:moveTo>
                  <a:pt x="282758" y="440640"/>
                </a:moveTo>
                <a:cubicBezTo>
                  <a:pt x="282758" y="450433"/>
                  <a:pt x="290699" y="458374"/>
                  <a:pt x="300492" y="458374"/>
                </a:cubicBezTo>
                <a:lnTo>
                  <a:pt x="301724" y="458374"/>
                </a:lnTo>
                <a:cubicBezTo>
                  <a:pt x="311561" y="457842"/>
                  <a:pt x="319137" y="449497"/>
                  <a:pt x="318719" y="439654"/>
                </a:cubicBezTo>
                <a:lnTo>
                  <a:pt x="318719" y="229556"/>
                </a:lnTo>
                <a:cubicBezTo>
                  <a:pt x="318960" y="227346"/>
                  <a:pt x="318960" y="225116"/>
                  <a:pt x="318719" y="222906"/>
                </a:cubicBezTo>
                <a:cubicBezTo>
                  <a:pt x="315903" y="213383"/>
                  <a:pt x="305901" y="207947"/>
                  <a:pt x="296379" y="210762"/>
                </a:cubicBezTo>
                <a:cubicBezTo>
                  <a:pt x="288800" y="213004"/>
                  <a:pt x="283573" y="219930"/>
                  <a:pt x="283497" y="227832"/>
                </a:cubicBezTo>
                <a:lnTo>
                  <a:pt x="283497" y="440640"/>
                </a:lnTo>
                <a:close/>
                <a:moveTo>
                  <a:pt x="194088" y="440640"/>
                </a:moveTo>
                <a:cubicBezTo>
                  <a:pt x="194088" y="450433"/>
                  <a:pt x="202028" y="458374"/>
                  <a:pt x="211822" y="458374"/>
                </a:cubicBezTo>
                <a:lnTo>
                  <a:pt x="215517" y="458374"/>
                </a:lnTo>
                <a:cubicBezTo>
                  <a:pt x="225220" y="457714"/>
                  <a:pt x="232582" y="449364"/>
                  <a:pt x="232019" y="439654"/>
                </a:cubicBezTo>
                <a:lnTo>
                  <a:pt x="232019" y="229310"/>
                </a:lnTo>
                <a:cubicBezTo>
                  <a:pt x="232513" y="227204"/>
                  <a:pt x="232513" y="225012"/>
                  <a:pt x="232019" y="222906"/>
                </a:cubicBezTo>
                <a:cubicBezTo>
                  <a:pt x="229874" y="215059"/>
                  <a:pt x="222665" y="209677"/>
                  <a:pt x="214532" y="209852"/>
                </a:cubicBezTo>
                <a:cubicBezTo>
                  <a:pt x="204698" y="210120"/>
                  <a:pt x="196906" y="218242"/>
                  <a:pt x="197044" y="228078"/>
                </a:cubicBezTo>
                <a:lnTo>
                  <a:pt x="197044" y="440640"/>
                </a:lnTo>
                <a:close/>
                <a:moveTo>
                  <a:pt x="105419" y="440640"/>
                </a:moveTo>
                <a:cubicBezTo>
                  <a:pt x="105419" y="450433"/>
                  <a:pt x="113358" y="458374"/>
                  <a:pt x="123153" y="458374"/>
                </a:cubicBezTo>
                <a:lnTo>
                  <a:pt x="123153" y="458374"/>
                </a:lnTo>
                <a:cubicBezTo>
                  <a:pt x="132794" y="458943"/>
                  <a:pt x="141071" y="451588"/>
                  <a:pt x="141641" y="441948"/>
                </a:cubicBezTo>
                <a:cubicBezTo>
                  <a:pt x="141686" y="441184"/>
                  <a:pt x="141681" y="440418"/>
                  <a:pt x="141625" y="439654"/>
                </a:cubicBezTo>
                <a:lnTo>
                  <a:pt x="141625" y="229310"/>
                </a:lnTo>
                <a:cubicBezTo>
                  <a:pt x="142119" y="227204"/>
                  <a:pt x="142119" y="225012"/>
                  <a:pt x="141625" y="222906"/>
                </a:cubicBezTo>
                <a:cubicBezTo>
                  <a:pt x="139427" y="213362"/>
                  <a:pt x="129908" y="207407"/>
                  <a:pt x="120363" y="209605"/>
                </a:cubicBezTo>
                <a:cubicBezTo>
                  <a:pt x="111876" y="211560"/>
                  <a:pt x="106065" y="219389"/>
                  <a:pt x="106650" y="228078"/>
                </a:cubicBezTo>
                <a:lnTo>
                  <a:pt x="106650" y="44064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dirty="0"/>
          </a:p>
        </p:txBody>
      </p:sp>
      <p:sp>
        <p:nvSpPr>
          <p:cNvPr id="14" name="Caixa de texto 13">
            <a:extLst>
              <a:ext uri="{FF2B5EF4-FFF2-40B4-BE49-F238E27FC236}">
                <a16:creationId xmlns:a16="http://schemas.microsoft.com/office/drawing/2014/main" xmlns="" id="{7EAFFD73-4869-4CC3-8C60-E7C58E91DDE1}"/>
              </a:ext>
            </a:extLst>
          </p:cNvPr>
          <p:cNvSpPr txBox="1"/>
          <p:nvPr/>
        </p:nvSpPr>
        <p:spPr>
          <a:xfrm>
            <a:off x="9050314" y="3438858"/>
            <a:ext cx="300523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rtl="0"/>
            <a:r>
              <a:rPr lang="pt-BR" sz="2000" b="1"/>
              <a:t>Logotipo da empresa</a:t>
            </a:r>
            <a:endParaRPr lang="pt-BR" sz="2000" b="1" dirty="0"/>
          </a:p>
        </p:txBody>
      </p:sp>
      <p:cxnSp>
        <p:nvCxnSpPr>
          <p:cNvPr id="52" name="Conector reto 51" title="Linha Divisória">
            <a:extLst>
              <a:ext uri="{FF2B5EF4-FFF2-40B4-BE49-F238E27FC236}">
                <a16:creationId xmlns:a16="http://schemas.microsoft.com/office/drawing/2014/main" xmlns="" id="{C3FAA6A7-F6DD-4888-9C91-27DCE5E7C10D}"/>
              </a:ext>
            </a:extLst>
          </p:cNvPr>
          <p:cNvCxnSpPr>
            <a:cxnSpLocks/>
          </p:cNvCxnSpPr>
          <p:nvPr/>
        </p:nvCxnSpPr>
        <p:spPr>
          <a:xfrm>
            <a:off x="9693151" y="3945264"/>
            <a:ext cx="1800000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 de texto 9">
            <a:extLst>
              <a:ext uri="{FF2B5EF4-FFF2-40B4-BE49-F238E27FC236}">
                <a16:creationId xmlns:a16="http://schemas.microsoft.com/office/drawing/2014/main" xmlns="" id="{DBE590BD-3E87-43CE-BDCC-A6A81A224642}"/>
              </a:ext>
            </a:extLst>
          </p:cNvPr>
          <p:cNvSpPr txBox="1"/>
          <p:nvPr/>
        </p:nvSpPr>
        <p:spPr>
          <a:xfrm>
            <a:off x="9050314" y="4058430"/>
            <a:ext cx="300523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1600"/>
              <a:t>Insira o logotipo da sua empresa no </a:t>
            </a:r>
            <a:r>
              <a:rPr lang="pt-BR" sz="1600" b="1"/>
              <a:t>Slide Mestre</a:t>
            </a:r>
            <a:r>
              <a:rPr lang="pt-BR"/>
              <a:t/>
            </a:r>
            <a:br>
              <a:rPr lang="pt-BR"/>
            </a:br>
            <a:r>
              <a:rPr lang="pt-BR"/>
              <a:t>    </a:t>
            </a:r>
            <a:r>
              <a:rPr lang="pt-BR" sz="1200"/>
              <a:t>Exibir </a:t>
            </a:r>
            <a:r>
              <a:rPr lang="pt-BR" sz="1200">
                <a:sym typeface="Wingdings" panose="05000000000000000000" pitchFamily="2" charset="2"/>
              </a:rPr>
              <a:t></a:t>
            </a:r>
            <a:r>
              <a:rPr lang="pt-BR" sz="1200"/>
              <a:t> Slide Mestre</a:t>
            </a:r>
          </a:p>
          <a:p>
            <a:pPr algn="ctr" rtl="0"/>
            <a:r>
              <a:rPr lang="pt-BR" sz="1200"/>
              <a:t/>
            </a:r>
            <a:br>
              <a:rPr lang="pt-BR" sz="1200"/>
            </a:br>
            <a:r>
              <a:rPr lang="pt-BR" sz="1200"/>
              <a:t>Remova o espaço reservado e coloque seu logotipo ou edite o texto.</a:t>
            </a:r>
            <a:endParaRPr lang="pt-BR" dirty="0"/>
          </a:p>
        </p:txBody>
      </p:sp>
      <p:pic>
        <p:nvPicPr>
          <p:cNvPr id="34" name="Elemento gráfico 33" title="Ícone de Clique">
            <a:extLst>
              <a:ext uri="{FF2B5EF4-FFF2-40B4-BE49-F238E27FC236}">
                <a16:creationId xmlns:a16="http://schemas.microsoft.com/office/drawing/2014/main" xmlns="" id="{CD918641-0E9F-47D8-845F-9A6E26FAFE5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747339" y="4668435"/>
            <a:ext cx="199025" cy="199025"/>
          </a:xfrm>
          <a:prstGeom prst="rect">
            <a:avLst/>
          </a:prstGeom>
        </p:spPr>
      </p:pic>
      <p:sp>
        <p:nvSpPr>
          <p:cNvPr id="8" name="Elemento gráfico 6" title="Seta de Instruções do Modelo">
            <a:extLst>
              <a:ext uri="{FF2B5EF4-FFF2-40B4-BE49-F238E27FC236}">
                <a16:creationId xmlns:a16="http://schemas.microsoft.com/office/drawing/2014/main" xmlns="" id="{B380D939-B966-40C5-8110-A8705AE6EE34}"/>
              </a:ext>
            </a:extLst>
          </p:cNvPr>
          <p:cNvSpPr/>
          <p:nvPr/>
        </p:nvSpPr>
        <p:spPr>
          <a:xfrm rot="16200000" flipH="1">
            <a:off x="9799528" y="5300294"/>
            <a:ext cx="861773" cy="1074523"/>
          </a:xfrm>
          <a:custGeom>
            <a:avLst/>
            <a:gdLst>
              <a:gd name="connsiteX0" fmla="*/ 626791 w 676275"/>
              <a:gd name="connsiteY0" fmla="*/ 456724 h 666750"/>
              <a:gd name="connsiteX1" fmla="*/ 624886 w 676275"/>
              <a:gd name="connsiteY1" fmla="*/ 459581 h 666750"/>
              <a:gd name="connsiteX2" fmla="*/ 500108 w 676275"/>
              <a:gd name="connsiteY2" fmla="*/ 418624 h 666750"/>
              <a:gd name="connsiteX3" fmla="*/ 465818 w 676275"/>
              <a:gd name="connsiteY3" fmla="*/ 415766 h 666750"/>
              <a:gd name="connsiteX4" fmla="*/ 470581 w 676275"/>
              <a:gd name="connsiteY4" fmla="*/ 433864 h 666750"/>
              <a:gd name="connsiteX5" fmla="*/ 605836 w 676275"/>
              <a:gd name="connsiteY5" fmla="*/ 480536 h 666750"/>
              <a:gd name="connsiteX6" fmla="*/ 544876 w 676275"/>
              <a:gd name="connsiteY6" fmla="*/ 507206 h 666750"/>
              <a:gd name="connsiteX7" fmla="*/ 475343 w 676275"/>
              <a:gd name="connsiteY7" fmla="*/ 516731 h 666750"/>
              <a:gd name="connsiteX8" fmla="*/ 456293 w 676275"/>
              <a:gd name="connsiteY8" fmla="*/ 515779 h 666750"/>
              <a:gd name="connsiteX9" fmla="*/ 446768 w 676275"/>
              <a:gd name="connsiteY9" fmla="*/ 514826 h 666750"/>
              <a:gd name="connsiteX10" fmla="*/ 442958 w 676275"/>
              <a:gd name="connsiteY10" fmla="*/ 514826 h 666750"/>
              <a:gd name="connsiteX11" fmla="*/ 441053 w 676275"/>
              <a:gd name="connsiteY11" fmla="*/ 514826 h 666750"/>
              <a:gd name="connsiteX12" fmla="*/ 440101 w 676275"/>
              <a:gd name="connsiteY12" fmla="*/ 514826 h 666750"/>
              <a:gd name="connsiteX13" fmla="*/ 422003 w 676275"/>
              <a:gd name="connsiteY13" fmla="*/ 511016 h 666750"/>
              <a:gd name="connsiteX14" fmla="*/ 406763 w 676275"/>
              <a:gd name="connsiteY14" fmla="*/ 507206 h 666750"/>
              <a:gd name="connsiteX15" fmla="*/ 339136 w 676275"/>
              <a:gd name="connsiteY15" fmla="*/ 472916 h 666750"/>
              <a:gd name="connsiteX16" fmla="*/ 220073 w 676275"/>
              <a:gd name="connsiteY16" fmla="*/ 348139 h 666750"/>
              <a:gd name="connsiteX17" fmla="*/ 132443 w 676275"/>
              <a:gd name="connsiteY17" fmla="*/ 202406 h 666750"/>
              <a:gd name="connsiteX18" fmla="*/ 56243 w 676275"/>
              <a:gd name="connsiteY18" fmla="*/ 22384 h 666750"/>
              <a:gd name="connsiteX19" fmla="*/ 27668 w 676275"/>
              <a:gd name="connsiteY19" fmla="*/ 7144 h 666750"/>
              <a:gd name="connsiteX20" fmla="*/ 7666 w 676275"/>
              <a:gd name="connsiteY20" fmla="*/ 18574 h 666750"/>
              <a:gd name="connsiteX21" fmla="*/ 171496 w 676275"/>
              <a:gd name="connsiteY21" fmla="*/ 346234 h 666750"/>
              <a:gd name="connsiteX22" fmla="*/ 299131 w 676275"/>
              <a:gd name="connsiteY22" fmla="*/ 481489 h 666750"/>
              <a:gd name="connsiteX23" fmla="*/ 467723 w 676275"/>
              <a:gd name="connsiteY23" fmla="*/ 543401 h 666750"/>
              <a:gd name="connsiteX24" fmla="*/ 576308 w 676275"/>
              <a:gd name="connsiteY24" fmla="*/ 531971 h 666750"/>
              <a:gd name="connsiteX25" fmla="*/ 510586 w 676275"/>
              <a:gd name="connsiteY25" fmla="*/ 642461 h 666750"/>
              <a:gd name="connsiteX26" fmla="*/ 524873 w 676275"/>
              <a:gd name="connsiteY26" fmla="*/ 661511 h 666750"/>
              <a:gd name="connsiteX27" fmla="*/ 556306 w 676275"/>
              <a:gd name="connsiteY27" fmla="*/ 659606 h 666750"/>
              <a:gd name="connsiteX28" fmla="*/ 660128 w 676275"/>
              <a:gd name="connsiteY28" fmla="*/ 490061 h 666750"/>
              <a:gd name="connsiteX29" fmla="*/ 669653 w 676275"/>
              <a:gd name="connsiteY29" fmla="*/ 482441 h 666750"/>
              <a:gd name="connsiteX30" fmla="*/ 668701 w 676275"/>
              <a:gd name="connsiteY30" fmla="*/ 476726 h 666750"/>
              <a:gd name="connsiteX31" fmla="*/ 670606 w 676275"/>
              <a:gd name="connsiteY31" fmla="*/ 473869 h 666750"/>
              <a:gd name="connsiteX32" fmla="*/ 626791 w 676275"/>
              <a:gd name="connsiteY32" fmla="*/ 456724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6275" h="666750">
                <a:moveTo>
                  <a:pt x="626791" y="456724"/>
                </a:moveTo>
                <a:cubicBezTo>
                  <a:pt x="625838" y="457676"/>
                  <a:pt x="625838" y="458629"/>
                  <a:pt x="624886" y="459581"/>
                </a:cubicBezTo>
                <a:cubicBezTo>
                  <a:pt x="582023" y="450056"/>
                  <a:pt x="540113" y="436721"/>
                  <a:pt x="500108" y="418624"/>
                </a:cubicBezTo>
                <a:cubicBezTo>
                  <a:pt x="490583" y="413861"/>
                  <a:pt x="476296" y="410051"/>
                  <a:pt x="465818" y="415766"/>
                </a:cubicBezTo>
                <a:cubicBezTo>
                  <a:pt x="456293" y="421481"/>
                  <a:pt x="463913" y="431006"/>
                  <a:pt x="470581" y="433864"/>
                </a:cubicBezTo>
                <a:cubicBezTo>
                  <a:pt x="514396" y="453866"/>
                  <a:pt x="559163" y="469106"/>
                  <a:pt x="605836" y="480536"/>
                </a:cubicBezTo>
                <a:cubicBezTo>
                  <a:pt x="586786" y="491966"/>
                  <a:pt x="566783" y="501491"/>
                  <a:pt x="544876" y="507206"/>
                </a:cubicBezTo>
                <a:cubicBezTo>
                  <a:pt x="522968" y="513874"/>
                  <a:pt x="496298" y="516731"/>
                  <a:pt x="475343" y="516731"/>
                </a:cubicBezTo>
                <a:cubicBezTo>
                  <a:pt x="468676" y="516731"/>
                  <a:pt x="462961" y="516731"/>
                  <a:pt x="456293" y="515779"/>
                </a:cubicBezTo>
                <a:cubicBezTo>
                  <a:pt x="453436" y="515779"/>
                  <a:pt x="449626" y="514826"/>
                  <a:pt x="446768" y="514826"/>
                </a:cubicBezTo>
                <a:cubicBezTo>
                  <a:pt x="445816" y="514826"/>
                  <a:pt x="443911" y="514826"/>
                  <a:pt x="442958" y="514826"/>
                </a:cubicBezTo>
                <a:cubicBezTo>
                  <a:pt x="442006" y="514826"/>
                  <a:pt x="442006" y="514826"/>
                  <a:pt x="441053" y="514826"/>
                </a:cubicBezTo>
                <a:cubicBezTo>
                  <a:pt x="441053" y="514826"/>
                  <a:pt x="440101" y="514826"/>
                  <a:pt x="440101" y="514826"/>
                </a:cubicBezTo>
                <a:cubicBezTo>
                  <a:pt x="434386" y="513874"/>
                  <a:pt x="427718" y="512921"/>
                  <a:pt x="422003" y="511016"/>
                </a:cubicBezTo>
                <a:cubicBezTo>
                  <a:pt x="414383" y="509111"/>
                  <a:pt x="413431" y="509111"/>
                  <a:pt x="406763" y="507206"/>
                </a:cubicBezTo>
                <a:cubicBezTo>
                  <a:pt x="382951" y="499586"/>
                  <a:pt x="361043" y="488156"/>
                  <a:pt x="339136" y="472916"/>
                </a:cubicBezTo>
                <a:cubicBezTo>
                  <a:pt x="292463" y="439579"/>
                  <a:pt x="253411" y="394811"/>
                  <a:pt x="220073" y="348139"/>
                </a:cubicBezTo>
                <a:cubicBezTo>
                  <a:pt x="186736" y="302419"/>
                  <a:pt x="157208" y="252889"/>
                  <a:pt x="132443" y="202406"/>
                </a:cubicBezTo>
                <a:cubicBezTo>
                  <a:pt x="103868" y="144304"/>
                  <a:pt x="79103" y="83344"/>
                  <a:pt x="56243" y="22384"/>
                </a:cubicBezTo>
                <a:cubicBezTo>
                  <a:pt x="52433" y="11906"/>
                  <a:pt x="38146" y="8096"/>
                  <a:pt x="27668" y="7144"/>
                </a:cubicBezTo>
                <a:cubicBezTo>
                  <a:pt x="21953" y="7144"/>
                  <a:pt x="3856" y="8096"/>
                  <a:pt x="7666" y="18574"/>
                </a:cubicBezTo>
                <a:cubicBezTo>
                  <a:pt x="50528" y="132874"/>
                  <a:pt x="99106" y="247174"/>
                  <a:pt x="171496" y="346234"/>
                </a:cubicBezTo>
                <a:cubicBezTo>
                  <a:pt x="207691" y="395764"/>
                  <a:pt x="249601" y="444341"/>
                  <a:pt x="299131" y="481489"/>
                </a:cubicBezTo>
                <a:cubicBezTo>
                  <a:pt x="348661" y="517684"/>
                  <a:pt x="406763" y="538639"/>
                  <a:pt x="467723" y="543401"/>
                </a:cubicBezTo>
                <a:cubicBezTo>
                  <a:pt x="503918" y="545306"/>
                  <a:pt x="541066" y="542449"/>
                  <a:pt x="576308" y="531971"/>
                </a:cubicBezTo>
                <a:cubicBezTo>
                  <a:pt x="553448" y="568166"/>
                  <a:pt x="531541" y="605314"/>
                  <a:pt x="510586" y="642461"/>
                </a:cubicBezTo>
                <a:cubicBezTo>
                  <a:pt x="505823" y="651986"/>
                  <a:pt x="517253" y="658654"/>
                  <a:pt x="524873" y="661511"/>
                </a:cubicBezTo>
                <a:cubicBezTo>
                  <a:pt x="531541" y="664369"/>
                  <a:pt x="551543" y="668179"/>
                  <a:pt x="556306" y="659606"/>
                </a:cubicBezTo>
                <a:cubicBezTo>
                  <a:pt x="588691" y="601504"/>
                  <a:pt x="622981" y="545306"/>
                  <a:pt x="660128" y="490061"/>
                </a:cubicBezTo>
                <a:cubicBezTo>
                  <a:pt x="664891" y="489109"/>
                  <a:pt x="668701" y="487204"/>
                  <a:pt x="669653" y="482441"/>
                </a:cubicBezTo>
                <a:cubicBezTo>
                  <a:pt x="670606" y="480536"/>
                  <a:pt x="669653" y="478631"/>
                  <a:pt x="668701" y="476726"/>
                </a:cubicBezTo>
                <a:cubicBezTo>
                  <a:pt x="669653" y="475774"/>
                  <a:pt x="669653" y="474821"/>
                  <a:pt x="670606" y="473869"/>
                </a:cubicBezTo>
                <a:cubicBezTo>
                  <a:pt x="683941" y="457676"/>
                  <a:pt x="636316" y="443389"/>
                  <a:pt x="626791" y="456724"/>
                </a:cubicBezTo>
                <a:close/>
              </a:path>
            </a:pathLst>
          </a:custGeom>
          <a:solidFill>
            <a:srgbClr val="231F2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xmlns="" id="{88DC1F28-E3FD-416B-8C76-7556A49440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pt-BR" smtClean="0"/>
              <a:pPr rtl="0"/>
              <a:t>13</a:t>
            </a:fld>
            <a:endParaRPr lang="pt-BR" dirty="0"/>
          </a:p>
        </p:txBody>
      </p:sp>
      <p:sp>
        <p:nvSpPr>
          <p:cNvPr id="32" name="Elemento gráfico 18" title="Seta de Instruções do Modelo">
            <a:extLst>
              <a:ext uri="{FF2B5EF4-FFF2-40B4-BE49-F238E27FC236}">
                <a16:creationId xmlns:a16="http://schemas.microsoft.com/office/drawing/2014/main" xmlns="" id="{1C423936-E785-4AA4-AE30-B44E99C3D5C5}"/>
              </a:ext>
            </a:extLst>
          </p:cNvPr>
          <p:cNvSpPr/>
          <p:nvPr/>
        </p:nvSpPr>
        <p:spPr>
          <a:xfrm rot="5780139" flipV="1">
            <a:off x="3669280" y="4501078"/>
            <a:ext cx="659696" cy="821727"/>
          </a:xfrm>
          <a:custGeom>
            <a:avLst/>
            <a:gdLst>
              <a:gd name="connsiteX0" fmla="*/ 27380 w 542925"/>
              <a:gd name="connsiteY0" fmla="*/ 669232 h 676275"/>
              <a:gd name="connsiteX1" fmla="*/ 138823 w 542925"/>
              <a:gd name="connsiteY1" fmla="*/ 376814 h 676275"/>
              <a:gd name="connsiteX2" fmla="*/ 352183 w 542925"/>
              <a:gd name="connsiteY2" fmla="*/ 147262 h 676275"/>
              <a:gd name="connsiteX3" fmla="*/ 485533 w 542925"/>
              <a:gd name="connsiteY3" fmla="*/ 68204 h 676275"/>
              <a:gd name="connsiteX4" fmla="*/ 469340 w 542925"/>
              <a:gd name="connsiteY4" fmla="*/ 96779 h 676275"/>
              <a:gd name="connsiteX5" fmla="*/ 416953 w 542925"/>
              <a:gd name="connsiteY5" fmla="*/ 192029 h 676275"/>
              <a:gd name="connsiteX6" fmla="*/ 433145 w 542925"/>
              <a:gd name="connsiteY6" fmla="*/ 216794 h 676275"/>
              <a:gd name="connsiteX7" fmla="*/ 484580 w 542925"/>
              <a:gd name="connsiteY7" fmla="*/ 124402 h 676275"/>
              <a:gd name="connsiteX8" fmla="*/ 509345 w 542925"/>
              <a:gd name="connsiteY8" fmla="*/ 78682 h 676275"/>
              <a:gd name="connsiteX9" fmla="*/ 536015 w 542925"/>
              <a:gd name="connsiteY9" fmla="*/ 37724 h 676275"/>
              <a:gd name="connsiteX10" fmla="*/ 524585 w 542925"/>
              <a:gd name="connsiteY10" fmla="*/ 7244 h 676275"/>
              <a:gd name="connsiteX11" fmla="*/ 297890 w 542925"/>
              <a:gd name="connsiteY11" fmla="*/ 39629 h 676275"/>
              <a:gd name="connsiteX12" fmla="*/ 307415 w 542925"/>
              <a:gd name="connsiteY12" fmla="*/ 71062 h 676275"/>
              <a:gd name="connsiteX13" fmla="*/ 436003 w 542925"/>
              <a:gd name="connsiteY13" fmla="*/ 54869 h 676275"/>
              <a:gd name="connsiteX14" fmla="*/ 233120 w 542925"/>
              <a:gd name="connsiteY14" fmla="*/ 208222 h 676275"/>
              <a:gd name="connsiteX15" fmla="*/ 57860 w 542925"/>
              <a:gd name="connsiteY15" fmla="*/ 473969 h 676275"/>
              <a:gd name="connsiteX16" fmla="*/ 7378 w 542925"/>
              <a:gd name="connsiteY16" fmla="*/ 648277 h 676275"/>
              <a:gd name="connsiteX17" fmla="*/ 14045 w 542925"/>
              <a:gd name="connsiteY17" fmla="*/ 670184 h 676275"/>
              <a:gd name="connsiteX18" fmla="*/ 27380 w 542925"/>
              <a:gd name="connsiteY18" fmla="*/ 669232 h 676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2925" h="676275">
                <a:moveTo>
                  <a:pt x="27380" y="669232"/>
                </a:moveTo>
                <a:cubicBezTo>
                  <a:pt x="44525" y="565409"/>
                  <a:pt x="83578" y="465397"/>
                  <a:pt x="138823" y="376814"/>
                </a:cubicBezTo>
                <a:cubicBezTo>
                  <a:pt x="195020" y="288232"/>
                  <a:pt x="267410" y="209174"/>
                  <a:pt x="352183" y="147262"/>
                </a:cubicBezTo>
                <a:cubicBezTo>
                  <a:pt x="394093" y="116782"/>
                  <a:pt x="438860" y="90112"/>
                  <a:pt x="485533" y="68204"/>
                </a:cubicBezTo>
                <a:cubicBezTo>
                  <a:pt x="479818" y="77729"/>
                  <a:pt x="475055" y="87254"/>
                  <a:pt x="469340" y="96779"/>
                </a:cubicBezTo>
                <a:cubicBezTo>
                  <a:pt x="452195" y="128212"/>
                  <a:pt x="434098" y="160597"/>
                  <a:pt x="416953" y="192029"/>
                </a:cubicBezTo>
                <a:cubicBezTo>
                  <a:pt x="412190" y="201554"/>
                  <a:pt x="425525" y="230129"/>
                  <a:pt x="433145" y="216794"/>
                </a:cubicBezTo>
                <a:cubicBezTo>
                  <a:pt x="450290" y="186314"/>
                  <a:pt x="467435" y="154882"/>
                  <a:pt x="484580" y="124402"/>
                </a:cubicBezTo>
                <a:cubicBezTo>
                  <a:pt x="493153" y="109162"/>
                  <a:pt x="501725" y="93922"/>
                  <a:pt x="509345" y="78682"/>
                </a:cubicBezTo>
                <a:cubicBezTo>
                  <a:pt x="516965" y="64394"/>
                  <a:pt x="523633" y="48202"/>
                  <a:pt x="536015" y="37724"/>
                </a:cubicBezTo>
                <a:cubicBezTo>
                  <a:pt x="543635" y="31057"/>
                  <a:pt x="535063" y="5339"/>
                  <a:pt x="524585" y="7244"/>
                </a:cubicBezTo>
                <a:cubicBezTo>
                  <a:pt x="449338" y="21532"/>
                  <a:pt x="374090" y="32009"/>
                  <a:pt x="297890" y="39629"/>
                </a:cubicBezTo>
                <a:cubicBezTo>
                  <a:pt x="287413" y="40582"/>
                  <a:pt x="295033" y="72967"/>
                  <a:pt x="307415" y="71062"/>
                </a:cubicBezTo>
                <a:cubicBezTo>
                  <a:pt x="350278" y="66299"/>
                  <a:pt x="393140" y="61537"/>
                  <a:pt x="436003" y="54869"/>
                </a:cubicBezTo>
                <a:cubicBezTo>
                  <a:pt x="360755" y="94874"/>
                  <a:pt x="292175" y="147262"/>
                  <a:pt x="233120" y="208222"/>
                </a:cubicBezTo>
                <a:cubicBezTo>
                  <a:pt x="158825" y="284422"/>
                  <a:pt x="98818" y="375862"/>
                  <a:pt x="57860" y="473969"/>
                </a:cubicBezTo>
                <a:cubicBezTo>
                  <a:pt x="35000" y="530167"/>
                  <a:pt x="17855" y="588269"/>
                  <a:pt x="7378" y="648277"/>
                </a:cubicBezTo>
                <a:cubicBezTo>
                  <a:pt x="6425" y="655897"/>
                  <a:pt x="8330" y="665422"/>
                  <a:pt x="14045" y="670184"/>
                </a:cubicBezTo>
                <a:cubicBezTo>
                  <a:pt x="20713" y="676852"/>
                  <a:pt x="25475" y="675899"/>
                  <a:pt x="27380" y="669232"/>
                </a:cubicBezTo>
                <a:close/>
              </a:path>
            </a:pathLst>
          </a:custGeom>
          <a:solidFill>
            <a:srgbClr val="231F2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31213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9715376_TF16411175.potx" id="{EFAC2F4F-57B0-4CA4-BF15-A27E8BE672BA}" vid="{497DCB62-9497-45F7-9C58-D04D1472968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Verdant</Template>
  <TotalTime>0</TotalTime>
  <Words>429</Words>
  <Application>Microsoft Office PowerPoint</Application>
  <PresentationFormat>Widescreen</PresentationFormat>
  <Paragraphs>102</Paragraphs>
  <Slides>13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Rockwell</vt:lpstr>
      <vt:lpstr>Segoe UI</vt:lpstr>
      <vt:lpstr>Times New Roman</vt:lpstr>
      <vt:lpstr>Wingdings</vt:lpstr>
      <vt:lpstr>Tema do Office</vt:lpstr>
      <vt:lpstr>Sistema Inteligente de Irrigação Automatizada</vt:lpstr>
      <vt:lpstr>Sobre</vt:lpstr>
      <vt:lpstr>Motivação</vt:lpstr>
      <vt:lpstr>A Solução – Sistema IOT - Planto</vt:lpstr>
      <vt:lpstr>Escopo do Projeto</vt:lpstr>
      <vt:lpstr>Escopo voltado a Dados</vt:lpstr>
      <vt:lpstr>Banco de Dados</vt:lpstr>
      <vt:lpstr>Modelo BD</vt:lpstr>
      <vt:lpstr>Possibilidades Futuras</vt:lpstr>
      <vt:lpstr>Tecnologias Utilizadas</vt:lpstr>
      <vt:lpstr>Resumo</vt:lpstr>
      <vt:lpstr>Obrigado</vt:lpstr>
      <vt:lpstr>COMO USAR ESTE MODELO 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2026-05-01T01:37:36Z</dcterms:created>
  <dcterms:modified xsi:type="dcterms:W3CDTF">2026-05-01T02:37:05Z</dcterms:modified>
</cp:coreProperties>
</file>